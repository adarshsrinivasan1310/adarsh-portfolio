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3"/>
    <p:sldMasterId id="2147483675" r:id="rId4"/>
  </p:sldMasterIdLst>
  <p:sldIdLst>
    <p:sldId id="256" r:id="rId5"/>
    <p:sldId id="257" r:id="rId6"/>
    <p:sldId id="258" r:id="rId7"/>
    <p:sldId id="259" r:id="rId8"/>
    <p:sldId id="260" r:id="rId9"/>
    <p:sldId id="261" r:id="rId10"/>
    <p:sldId id="262" r:id="rId11"/>
    <p:sldId id="263" r:id="rId12"/>
    <p:sldId id="264" r:id="rId13"/>
    <p:sldId id="265" r:id="rId14"/>
    <p:sldId id="268" r:id="rId15"/>
    <p:sldId id="269" r:id="rId16"/>
    <p:sldId id="270" r:id="rId17"/>
    <p:sldId id="266" r:id="rId18"/>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Google Shape;9;p2"/>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 name="PlaceHolder 1"/>
          <p:cNvSpPr>
            <a:spLocks noGrp="1"/>
          </p:cNvSpPr>
          <p:nvPr>
            <p:ph type="title" hasCustomPrompt="1"/>
          </p:nvPr>
        </p:nvSpPr>
        <p:spPr>
          <a:xfrm>
            <a:off x="2215080" y="1276200"/>
            <a:ext cx="6323400" cy="2452320"/>
          </a:xfrm>
          <a:prstGeom prst="rect">
            <a:avLst/>
          </a:prstGeom>
          <a:noFill/>
          <a:ln w="0">
            <a:noFill/>
          </a:ln>
        </p:spPr>
        <p:txBody>
          <a:bodyPr lIns="91440" tIns="91440" rIns="91440" bIns="91440" anchor="b">
            <a:noAutofit/>
          </a:bodyPr>
          <a:p>
            <a:pPr indent="0">
              <a:buNone/>
            </a:pPr>
            <a:r>
              <a:rPr lang="fr-FR" sz="5000" b="0" u="none" strike="noStrike">
                <a:solidFill>
                  <a:schemeClr val="dk1"/>
                </a:solidFill>
                <a:effectLst/>
                <a:uFillTx/>
                <a:latin typeface="Arial" panose="020B0604020202020204"/>
              </a:rPr>
              <a:t>Click to edit the title text format</a:t>
            </a:r>
            <a:endParaRPr lang="fr-FR" sz="5000" b="0" u="none" strike="noStrike">
              <a:solidFill>
                <a:schemeClr val="dk1"/>
              </a:solidFill>
              <a:effectLst/>
              <a:uFillTx/>
              <a:latin typeface="Arial" panose="020B0604020202020204"/>
            </a:endParaRPr>
          </a:p>
        </p:txBody>
      </p:sp>
      <p:sp>
        <p:nvSpPr>
          <p:cNvPr id="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Google Shape;47;p11"/>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hasCustomPrompt="1"/>
          </p:nvPr>
        </p:nvSpPr>
        <p:spPr>
          <a:xfrm>
            <a:off x="1284120" y="1953000"/>
            <a:ext cx="6575760" cy="799200"/>
          </a:xfrm>
          <a:prstGeom prst="rect">
            <a:avLst/>
          </a:prstGeom>
          <a:noFill/>
          <a:ln w="0">
            <a:noFill/>
          </a:ln>
        </p:spPr>
        <p:txBody>
          <a:bodyPr lIns="91440" tIns="91440" rIns="91440" bIns="91440" anchor="b">
            <a:noAutofit/>
          </a:bodyPr>
          <a:p>
            <a:pPr indent="0" algn="ctr">
              <a:lnSpc>
                <a:spcPct val="80000"/>
              </a:lnSpc>
              <a:buNone/>
            </a:pPr>
            <a:r>
              <a:rPr lang="fr-FR" sz="6000" b="0" u="none" strike="noStrike">
                <a:solidFill>
                  <a:schemeClr val="accent1"/>
                </a:solidFill>
                <a:effectLst/>
                <a:uFillTx/>
                <a:latin typeface="Zalando Sans Expanded ExtraLight"/>
                <a:ea typeface="Zalando Sans Expanded ExtraLight"/>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5" name="Google Shape;52;p13"/>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 name="PlaceHolder 1"/>
          <p:cNvSpPr>
            <a:spLocks noGrp="1"/>
          </p:cNvSpPr>
          <p:nvPr>
            <p:ph type="title" hasCustomPrompt="1"/>
          </p:nvPr>
        </p:nvSpPr>
        <p:spPr>
          <a:xfrm>
            <a:off x="1865520" y="38721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7" name="PlaceHolder 2"/>
          <p:cNvSpPr>
            <a:spLocks noGrp="1"/>
          </p:cNvSpPr>
          <p:nvPr>
            <p:ph type="title" hasCustomPrompt="1"/>
          </p:nvPr>
        </p:nvSpPr>
        <p:spPr>
          <a:xfrm>
            <a:off x="1865520" y="2579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8" name="PlaceHolder 3"/>
          <p:cNvSpPr>
            <a:spLocks noGrp="1"/>
          </p:cNvSpPr>
          <p:nvPr>
            <p:ph type="title" hasCustomPrompt="1"/>
          </p:nvPr>
        </p:nvSpPr>
        <p:spPr>
          <a:xfrm>
            <a:off x="1866600" y="1933560"/>
            <a:ext cx="86400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9" name="PlaceHolder 4"/>
          <p:cNvSpPr>
            <a:spLocks noGrp="1"/>
          </p:cNvSpPr>
          <p:nvPr>
            <p:ph type="title" hasCustomPrompt="1"/>
          </p:nvPr>
        </p:nvSpPr>
        <p:spPr>
          <a:xfrm>
            <a:off x="1865520" y="32259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0" name="PlaceHolder 5"/>
          <p:cNvSpPr>
            <a:spLocks noGrp="1"/>
          </p:cNvSpPr>
          <p:nvPr>
            <p:ph type="title" hasCustomPrompt="1"/>
          </p:nvPr>
        </p:nvSpPr>
        <p:spPr>
          <a:xfrm>
            <a:off x="5622840" y="2579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1" name="PlaceHolder 6"/>
          <p:cNvSpPr>
            <a:spLocks noGrp="1"/>
          </p:cNvSpPr>
          <p:nvPr>
            <p:ph type="title" hasCustomPrompt="1"/>
          </p:nvPr>
        </p:nvSpPr>
        <p:spPr>
          <a:xfrm>
            <a:off x="5622840" y="32259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2" name="PlaceHolder 7"/>
          <p:cNvSpPr>
            <a:spLocks noGrp="1"/>
          </p:cNvSpPr>
          <p:nvPr>
            <p:ph type="title" hasCustomPrompt="1"/>
          </p:nvPr>
        </p:nvSpPr>
        <p:spPr>
          <a:xfrm>
            <a:off x="5622840" y="38721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3" name="PlaceHolder 8"/>
          <p:cNvSpPr>
            <a:spLocks noGrp="1"/>
          </p:cNvSpPr>
          <p:nvPr>
            <p:ph type="title" hasCustomPrompt="1"/>
          </p:nvPr>
        </p:nvSpPr>
        <p:spPr>
          <a:xfrm>
            <a:off x="5622840" y="19335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4" name="PlaceHolder 9"/>
          <p:cNvSpPr>
            <a:spLocks noGrp="1"/>
          </p:cNvSpPr>
          <p:nvPr>
            <p:ph type="title" hasCustomPrompt="1"/>
          </p:nvPr>
        </p:nvSpPr>
        <p:spPr>
          <a:xfrm>
            <a:off x="4498920" y="274680"/>
            <a:ext cx="4416120" cy="572400"/>
          </a:xfrm>
          <a:prstGeom prst="rect">
            <a:avLst/>
          </a:prstGeom>
          <a:noFill/>
          <a:ln w="0">
            <a:noFill/>
          </a:ln>
        </p:spPr>
        <p:txBody>
          <a:bodyPr lIns="91440" tIns="91440" rIns="91440" bIns="91440" anchor="t">
            <a:noAutofit/>
          </a:bodyPr>
          <a:p>
            <a:pPr indent="0">
              <a:buNone/>
            </a:pPr>
            <a:r>
              <a:rPr lang="fr-FR" sz="2800" b="0" u="none" strike="noStrike">
                <a:solidFill>
                  <a:schemeClr val="dk1"/>
                </a:solidFill>
                <a:effectLst/>
                <a:uFillTx/>
                <a:latin typeface="Arial" panose="020B0604020202020204"/>
              </a:rPr>
              <a:t>Click to edit the title text format</a:t>
            </a:r>
            <a:endParaRPr lang="fr-FR" sz="2800" b="0" u="none" strike="noStrike">
              <a:solidFill>
                <a:schemeClr val="dk1"/>
              </a:solidFill>
              <a:effectLst/>
              <a:uFillTx/>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5" name="Google Shape;71;p14"/>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PlaceHolder 1"/>
          <p:cNvSpPr>
            <a:spLocks noGrp="1"/>
          </p:cNvSpPr>
          <p:nvPr>
            <p:ph type="title" hasCustomPrompt="1"/>
          </p:nvPr>
        </p:nvSpPr>
        <p:spPr>
          <a:xfrm>
            <a:off x="419040" y="471600"/>
            <a:ext cx="7486560" cy="1204920"/>
          </a:xfrm>
          <a:prstGeom prst="rect">
            <a:avLst/>
          </a:prstGeom>
          <a:noFill/>
          <a:ln w="0">
            <a:noFill/>
          </a:ln>
        </p:spPr>
        <p:txBody>
          <a:bodyPr lIns="91440" tIns="91440" rIns="91440" bIns="91440" anchor="t">
            <a:noAutofit/>
          </a:bodyPr>
          <a:p>
            <a:pPr indent="0">
              <a:buNone/>
            </a:pPr>
            <a:r>
              <a:rPr lang="fr-FR" sz="4000" b="0" u="none" strike="noStrike">
                <a:solidFill>
                  <a:schemeClr val="dk1"/>
                </a:solidFill>
                <a:effectLst/>
                <a:uFillTx/>
                <a:latin typeface="Arial" panose="020B0604020202020204"/>
              </a:rPr>
              <a:t>Click to edit the title text format</a:t>
            </a:r>
            <a:endParaRPr lang="fr-FR" sz="4000" b="0" u="none" strike="noStrike">
              <a:solidFill>
                <a:schemeClr val="dk1"/>
              </a:solidFill>
              <a:effectLst/>
              <a:uFillTx/>
              <a:latin typeface="Arial" panose="020B0604020202020204"/>
            </a:endParaRPr>
          </a:p>
        </p:txBody>
      </p:sp>
      <p:sp>
        <p:nvSpPr>
          <p:cNvPr id="1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8" name="Google Shape;75;p15"/>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PlaceHolder 1"/>
          <p:cNvSpPr>
            <a:spLocks noGrp="1"/>
          </p:cNvSpPr>
          <p:nvPr>
            <p:ph type="title" hasCustomPrompt="1"/>
          </p:nvPr>
        </p:nvSpPr>
        <p:spPr>
          <a:xfrm>
            <a:off x="228600" y="297720"/>
            <a:ext cx="5320440" cy="125172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20" name="PlaceHolder 2"/>
          <p:cNvSpPr>
            <a:spLocks noGrp="1"/>
          </p:cNvSpPr>
          <p:nvPr>
            <p:ph type="body" hasCustomPrompt="1"/>
          </p:nvPr>
        </p:nvSpPr>
        <p:spPr>
          <a:xfrm>
            <a:off x="943560" y="2308320"/>
            <a:ext cx="4358520" cy="191700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21" name="PlaceHolder 3"/>
          <p:cNvSpPr>
            <a:spLocks noGrp="1"/>
          </p:cNvSpPr>
          <p:nvPr>
            <p:ph type="body" hasCustomPrompt="1"/>
          </p:nvPr>
        </p:nvSpPr>
        <p:spPr>
          <a:xfrm>
            <a:off x="6345000" y="0"/>
            <a:ext cx="2798280" cy="5143320"/>
          </a:xfrm>
          <a:prstGeom prst="rect">
            <a:avLst/>
          </a:prstGeom>
          <a:noFill/>
          <a:ln w="0">
            <a:noFill/>
          </a:ln>
        </p:spPr>
        <p:txBody>
          <a:bodyPr lIns="90000" tIns="45000" rIns="90000" bIns="45000" anchor="t">
            <a:normAutofit fontScale="55000" lnSpcReduction="1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22" name="Google Shape;80;p16"/>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PlaceHolder 1"/>
          <p:cNvSpPr>
            <a:spLocks noGrp="1"/>
          </p:cNvSpPr>
          <p:nvPr>
            <p:ph type="title" hasCustomPrompt="1"/>
          </p:nvPr>
        </p:nvSpPr>
        <p:spPr>
          <a:xfrm>
            <a:off x="228600" y="300600"/>
            <a:ext cx="2154960" cy="82224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24" name="Google Shape;83;p17"/>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PlaceHolder 1"/>
          <p:cNvSpPr>
            <a:spLocks noGrp="1"/>
          </p:cNvSpPr>
          <p:nvPr>
            <p:ph type="title" hasCustomPrompt="1"/>
          </p:nvPr>
        </p:nvSpPr>
        <p:spPr>
          <a:xfrm>
            <a:off x="4313880" y="301320"/>
            <a:ext cx="4596120" cy="74952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6" name="Google Shape;86;p18"/>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PlaceHolder 1"/>
          <p:cNvSpPr>
            <a:spLocks noGrp="1"/>
          </p:cNvSpPr>
          <p:nvPr>
            <p:ph type="title" hasCustomPrompt="1"/>
          </p:nvPr>
        </p:nvSpPr>
        <p:spPr>
          <a:xfrm>
            <a:off x="1333440" y="2709000"/>
            <a:ext cx="67860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28" name="PlaceHolder 2"/>
          <p:cNvSpPr>
            <a:spLocks noGrp="1"/>
          </p:cNvSpPr>
          <p:nvPr>
            <p:ph type="title" hasCustomPrompt="1"/>
          </p:nvPr>
        </p:nvSpPr>
        <p:spPr>
          <a:xfrm>
            <a:off x="1333440" y="1585800"/>
            <a:ext cx="67752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29" name="PlaceHolder 3"/>
          <p:cNvSpPr>
            <a:spLocks noGrp="1"/>
          </p:cNvSpPr>
          <p:nvPr>
            <p:ph type="title" hasCustomPrompt="1"/>
          </p:nvPr>
        </p:nvSpPr>
        <p:spPr>
          <a:xfrm>
            <a:off x="1333440" y="3832200"/>
            <a:ext cx="67860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0" name="PlaceHolder 4"/>
          <p:cNvSpPr>
            <a:spLocks noGrp="1"/>
          </p:cNvSpPr>
          <p:nvPr>
            <p:ph type="title" hasCustomPrompt="1"/>
          </p:nvPr>
        </p:nvSpPr>
        <p:spPr>
          <a:xfrm>
            <a:off x="228600" y="297720"/>
            <a:ext cx="2022120" cy="80208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31" name="Google Shape;95;p19"/>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PlaceHolder 1"/>
          <p:cNvSpPr>
            <a:spLocks noGrp="1"/>
          </p:cNvSpPr>
          <p:nvPr>
            <p:ph type="title" hasCustomPrompt="1"/>
          </p:nvPr>
        </p:nvSpPr>
        <p:spPr>
          <a:xfrm>
            <a:off x="4929840" y="300600"/>
            <a:ext cx="3985200" cy="76068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33" name="PlaceHolder 2"/>
          <p:cNvSpPr>
            <a:spLocks noGrp="1"/>
          </p:cNvSpPr>
          <p:nvPr>
            <p:ph type="title" hasCustomPrompt="1"/>
          </p:nvPr>
        </p:nvSpPr>
        <p:spPr>
          <a:xfrm>
            <a:off x="722196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4" name="PlaceHolder 3"/>
          <p:cNvSpPr>
            <a:spLocks noGrp="1"/>
          </p:cNvSpPr>
          <p:nvPr>
            <p:ph type="title" hasCustomPrompt="1"/>
          </p:nvPr>
        </p:nvSpPr>
        <p:spPr>
          <a:xfrm>
            <a:off x="7221960" y="177840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5" name="PlaceHolder 4"/>
          <p:cNvSpPr>
            <a:spLocks noGrp="1"/>
          </p:cNvSpPr>
          <p:nvPr>
            <p:ph type="title" hasCustomPrompt="1"/>
          </p:nvPr>
        </p:nvSpPr>
        <p:spPr>
          <a:xfrm>
            <a:off x="4550400" y="1778760"/>
            <a:ext cx="86400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6" name="PlaceHolder 5"/>
          <p:cNvSpPr>
            <a:spLocks noGrp="1"/>
          </p:cNvSpPr>
          <p:nvPr>
            <p:ph type="title" hasCustomPrompt="1"/>
          </p:nvPr>
        </p:nvSpPr>
        <p:spPr>
          <a:xfrm>
            <a:off x="454968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7" name="PlaceHolder 6"/>
          <p:cNvSpPr>
            <a:spLocks noGrp="1"/>
          </p:cNvSpPr>
          <p:nvPr>
            <p:ph type="title" hasCustomPrompt="1"/>
          </p:nvPr>
        </p:nvSpPr>
        <p:spPr>
          <a:xfrm>
            <a:off x="1877400" y="177840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8" name="PlaceHolder 7"/>
          <p:cNvSpPr>
            <a:spLocks noGrp="1"/>
          </p:cNvSpPr>
          <p:nvPr>
            <p:ph type="title" hasCustomPrompt="1"/>
          </p:nvPr>
        </p:nvSpPr>
        <p:spPr>
          <a:xfrm>
            <a:off x="187740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9" name="Google Shape;110;p20"/>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PlaceHolder 1"/>
          <p:cNvSpPr>
            <a:spLocks noGrp="1"/>
          </p:cNvSpPr>
          <p:nvPr>
            <p:ph type="title" hasCustomPrompt="1"/>
          </p:nvPr>
        </p:nvSpPr>
        <p:spPr>
          <a:xfrm>
            <a:off x="621360" y="956520"/>
            <a:ext cx="5447520" cy="754560"/>
          </a:xfrm>
          <a:prstGeom prst="rect">
            <a:avLst/>
          </a:prstGeom>
          <a:noFill/>
          <a:ln w="0">
            <a:noFill/>
          </a:ln>
        </p:spPr>
        <p:txBody>
          <a:bodyPr lIns="91440" tIns="91440" rIns="91440" bIns="91440" anchor="b">
            <a:noAutofit/>
          </a:bodyPr>
          <a:p>
            <a:pPr indent="0">
              <a:lnSpc>
                <a:spcPct val="80000"/>
              </a:lnSpc>
              <a:buNone/>
            </a:pPr>
            <a:r>
              <a:rPr lang="fr-FR" sz="4500" b="0" u="none" strike="noStrike">
                <a:solidFill>
                  <a:schemeClr val="accent3"/>
                </a:solidFill>
                <a:effectLst/>
                <a:uFillTx/>
                <a:latin typeface="Zalando Sans Expanded ExtraLight"/>
                <a:ea typeface="Zalando Sans Expanded ExtraLight"/>
              </a:rPr>
              <a:t>xx%</a:t>
            </a:r>
            <a:endParaRPr lang="fr-FR" sz="4500" b="0" u="none" strike="noStrike">
              <a:solidFill>
                <a:schemeClr val="dk1"/>
              </a:solidFill>
              <a:effectLst/>
              <a:uFillTx/>
              <a:latin typeface="Arial" panose="020B0604020202020204"/>
            </a:endParaRPr>
          </a:p>
        </p:txBody>
      </p:sp>
      <p:sp>
        <p:nvSpPr>
          <p:cNvPr id="41" name="PlaceHolder 2"/>
          <p:cNvSpPr>
            <a:spLocks noGrp="1"/>
          </p:cNvSpPr>
          <p:nvPr>
            <p:ph type="title" hasCustomPrompt="1"/>
          </p:nvPr>
        </p:nvSpPr>
        <p:spPr>
          <a:xfrm>
            <a:off x="621360" y="3141000"/>
            <a:ext cx="5447520" cy="754560"/>
          </a:xfrm>
          <a:prstGeom prst="rect">
            <a:avLst/>
          </a:prstGeom>
          <a:noFill/>
          <a:ln w="0">
            <a:noFill/>
          </a:ln>
        </p:spPr>
        <p:txBody>
          <a:bodyPr lIns="91440" tIns="91440" rIns="91440" bIns="91440" anchor="b">
            <a:noAutofit/>
          </a:bodyPr>
          <a:p>
            <a:pPr indent="0">
              <a:lnSpc>
                <a:spcPct val="80000"/>
              </a:lnSpc>
              <a:buNone/>
            </a:pPr>
            <a:r>
              <a:rPr lang="fr-FR" sz="4500" b="0" u="none" strike="noStrike">
                <a:solidFill>
                  <a:schemeClr val="accent3"/>
                </a:solidFill>
                <a:effectLst/>
                <a:uFillTx/>
                <a:latin typeface="Zalando Sans Expanded ExtraLight"/>
                <a:ea typeface="Zalando Sans Expanded ExtraLight"/>
              </a:rPr>
              <a:t>xx%</a:t>
            </a:r>
            <a:endParaRPr lang="fr-FR" sz="4500" b="0" u="none" strike="noStrike">
              <a:solidFill>
                <a:schemeClr val="dk1"/>
              </a:solidFill>
              <a:effectLst/>
              <a:uFillTx/>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2" name="Google Shape;13;p3"/>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PlaceHolder 1"/>
          <p:cNvSpPr>
            <a:spLocks noGrp="1"/>
          </p:cNvSpPr>
          <p:nvPr>
            <p:ph type="title" hasCustomPrompt="1"/>
          </p:nvPr>
        </p:nvSpPr>
        <p:spPr>
          <a:xfrm>
            <a:off x="2662560" y="3397680"/>
            <a:ext cx="6134400" cy="1059840"/>
          </a:xfrm>
          <a:prstGeom prst="rect">
            <a:avLst/>
          </a:prstGeom>
          <a:noFill/>
          <a:ln w="0">
            <a:noFill/>
          </a:ln>
        </p:spPr>
        <p:txBody>
          <a:bodyPr lIns="91440" tIns="91440" rIns="91440" bIns="91440" anchor="ctr">
            <a:noAutofit/>
          </a:bodyPr>
          <a:p>
            <a:pPr indent="0">
              <a:buNone/>
            </a:pPr>
            <a:r>
              <a:rPr lang="fr-FR" sz="4600" b="0" u="none" strike="noStrike">
                <a:solidFill>
                  <a:schemeClr val="dk1"/>
                </a:solidFill>
                <a:effectLst/>
                <a:uFillTx/>
                <a:latin typeface="Arial" panose="020B0604020202020204"/>
              </a:rPr>
              <a:t>Click to edit the title text format</a:t>
            </a:r>
            <a:endParaRPr lang="fr-FR" sz="4600" b="0" u="none" strike="noStrike">
              <a:solidFill>
                <a:schemeClr val="dk1"/>
              </a:solidFill>
              <a:effectLst/>
              <a:uFillTx/>
              <a:latin typeface="Arial" panose="020B0604020202020204"/>
            </a:endParaRPr>
          </a:p>
        </p:txBody>
      </p:sp>
      <p:sp>
        <p:nvSpPr>
          <p:cNvPr id="44" name="PlaceHolder 2"/>
          <p:cNvSpPr>
            <a:spLocks noGrp="1"/>
          </p:cNvSpPr>
          <p:nvPr>
            <p:ph type="title" hasCustomPrompt="1"/>
          </p:nvPr>
        </p:nvSpPr>
        <p:spPr>
          <a:xfrm>
            <a:off x="332280" y="228600"/>
            <a:ext cx="1267920" cy="1269360"/>
          </a:xfrm>
          <a:prstGeom prst="rect">
            <a:avLst/>
          </a:prstGeom>
          <a:noFill/>
          <a:ln w="0">
            <a:noFill/>
          </a:ln>
        </p:spPr>
        <p:txBody>
          <a:bodyPr lIns="91440" tIns="91440" rIns="91440" bIns="91440" anchor="ctr">
            <a:noAutofit/>
          </a:bodyPr>
          <a:p>
            <a:pPr indent="0" algn="ctr">
              <a:lnSpc>
                <a:spcPct val="80000"/>
              </a:lnSpc>
              <a:buNone/>
            </a:pPr>
            <a:r>
              <a:rPr lang="fr-FR" sz="6000" b="0" u="none" strike="noStrike">
                <a:solidFill>
                  <a:schemeClr val="accent2"/>
                </a:solidFill>
                <a:effectLst/>
                <a:uFillTx/>
                <a:latin typeface="Zalando Sans Expanded Medium"/>
                <a:ea typeface="Zalando Sans Expanded Medium"/>
              </a:rPr>
              <a:t>xx%</a:t>
            </a:r>
            <a:endParaRPr lang="fr-FR" sz="6000" b="0" u="none" strike="noStrike">
              <a:solidFill>
                <a:schemeClr val="dk1"/>
              </a:solidFill>
              <a:effectLst/>
              <a:uFillTx/>
              <a:latin typeface="Arial" panose="020B0604020202020204"/>
            </a:endParaRPr>
          </a:p>
        </p:txBody>
      </p:sp>
      <p:sp>
        <p:nvSpPr>
          <p:cNvPr id="45" name="PlaceHolder 3"/>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6" name="Google Shape;116;p21"/>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PlaceHolder 1"/>
          <p:cNvSpPr>
            <a:spLocks noGrp="1"/>
          </p:cNvSpPr>
          <p:nvPr>
            <p:ph type="title" hasCustomPrompt="1"/>
          </p:nvPr>
        </p:nvSpPr>
        <p:spPr>
          <a:xfrm>
            <a:off x="5547600" y="363600"/>
            <a:ext cx="3367440" cy="1613880"/>
          </a:xfrm>
          <a:prstGeom prst="rect">
            <a:avLst/>
          </a:prstGeom>
          <a:noFill/>
          <a:ln w="0">
            <a:noFill/>
          </a:ln>
        </p:spPr>
        <p:txBody>
          <a:bodyPr lIns="91440" tIns="91440" rIns="91440" bIns="91440" anchor="b">
            <a:noAutofit/>
          </a:bodyPr>
          <a:p>
            <a:pPr indent="0">
              <a:buNone/>
            </a:pPr>
            <a:r>
              <a:rPr lang="fr-FR" sz="5700" b="0" u="none" strike="noStrike">
                <a:solidFill>
                  <a:schemeClr val="dk1"/>
                </a:solidFill>
                <a:effectLst/>
                <a:uFillTx/>
                <a:latin typeface="Arial" panose="020B0604020202020204"/>
              </a:rPr>
              <a:t>Click to edit the title text format</a:t>
            </a:r>
            <a:endParaRPr lang="fr-FR" sz="5700" b="0" u="none" strike="noStrike">
              <a:solidFill>
                <a:schemeClr val="dk1"/>
              </a:solidFill>
              <a:effectLst/>
              <a:uFillTx/>
              <a:latin typeface="Arial" panose="020B0604020202020204"/>
            </a:endParaRPr>
          </a:p>
        </p:txBody>
      </p:sp>
      <p:sp>
        <p:nvSpPr>
          <p:cNvPr id="48" name="Google Shape;119;p21"/>
          <p:cNvSpPr/>
          <p:nvPr/>
        </p:nvSpPr>
        <p:spPr>
          <a:xfrm>
            <a:off x="1965600" y="4008240"/>
            <a:ext cx="3871440" cy="55584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defTabSz="914400">
              <a:lnSpc>
                <a:spcPct val="100000"/>
              </a:lnSpc>
              <a:tabLst>
                <a:tab pos="0" algn="l"/>
              </a:tabLst>
            </a:pPr>
            <a:r>
              <a:rPr lang="en-GB" sz="1000" b="1" u="none" strike="noStrike">
                <a:solidFill>
                  <a:schemeClr val="accent1"/>
                </a:solidFill>
                <a:effectLst/>
                <a:uFillTx/>
                <a:latin typeface="Arial" panose="020B0604020202020204"/>
                <a:ea typeface="Arial" panose="020B0604020202020204"/>
              </a:rPr>
              <a:t>CREDITS:</a:t>
            </a:r>
            <a:r>
              <a:rPr lang="en-GB" sz="1000" b="0" u="none" strike="noStrike">
                <a:solidFill>
                  <a:schemeClr val="accent1"/>
                </a:solidFill>
                <a:effectLst/>
                <a:uFillTx/>
                <a:latin typeface="Arial" panose="020B0604020202020204"/>
                <a:ea typeface="Arial" panose="020B0604020202020204"/>
              </a:rPr>
              <a:t> This presentation template was created by </a:t>
            </a:r>
            <a:r>
              <a:rPr lang="en-GB" sz="1000" b="1" u="sng" strike="noStrike">
                <a:solidFill>
                  <a:schemeClr val="accent1"/>
                </a:solidFill>
                <a:effectLst/>
                <a:uFillTx/>
                <a:latin typeface="Arial" panose="020B0604020202020204"/>
                <a:ea typeface="Arial" panose="020B0604020202020204"/>
                <a:hlinkClick r:id="rId2"/>
              </a:rPr>
              <a:t>Slidesgo</a:t>
            </a:r>
            <a:r>
              <a:rPr lang="en-GB" sz="1000" b="0" u="none" strike="noStrike">
                <a:solidFill>
                  <a:schemeClr val="accent1"/>
                </a:solidFill>
                <a:effectLst/>
                <a:uFillTx/>
                <a:latin typeface="Arial" panose="020B0604020202020204"/>
                <a:ea typeface="Arial" panose="020B0604020202020204"/>
              </a:rPr>
              <a:t>, and includes icons, infographics &amp; images by </a:t>
            </a:r>
            <a:r>
              <a:rPr lang="en-GB" sz="1000" b="1" u="sng" strike="noStrike">
                <a:solidFill>
                  <a:schemeClr val="accent1"/>
                </a:solidFill>
                <a:effectLst/>
                <a:uFillTx/>
                <a:latin typeface="Arial" panose="020B0604020202020204"/>
                <a:ea typeface="Arial" panose="020B0604020202020204"/>
                <a:hlinkClick r:id="rId3"/>
              </a:rPr>
              <a:t>Freepik</a:t>
            </a:r>
            <a:r>
              <a:rPr lang="en-GB" sz="1000" b="0" u="none" strike="noStrike">
                <a:solidFill>
                  <a:schemeClr val="accent1"/>
                </a:solidFill>
                <a:effectLst/>
                <a:uFillTx/>
                <a:latin typeface="Arial" panose="020B0604020202020204"/>
                <a:ea typeface="Arial" panose="020B0604020202020204"/>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
        <p:nvSpPr>
          <p:cNvPr id="49" name="Google Shape;121;p22"/>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
        <p:nvSpPr>
          <p:cNvPr id="50" name="Google Shape;123;p23"/>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1" name="Google Shape;17;p4"/>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53" name="PlaceHolder 2"/>
          <p:cNvSpPr>
            <a:spLocks noGrp="1"/>
          </p:cNvSpPr>
          <p:nvPr>
            <p:ph type="body" hasCustomPrompt="1"/>
          </p:nvPr>
        </p:nvSpPr>
        <p:spPr>
          <a:xfrm>
            <a:off x="720000" y="1152360"/>
            <a:ext cx="7703640" cy="34160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54" name="Google Shape;21;p5"/>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PlaceHolder 1"/>
          <p:cNvSpPr>
            <a:spLocks noGrp="1"/>
          </p:cNvSpPr>
          <p:nvPr>
            <p:ph type="title" hasCustomPrompt="1"/>
          </p:nvPr>
        </p:nvSpPr>
        <p:spPr>
          <a:xfrm>
            <a:off x="6939000" y="294840"/>
            <a:ext cx="1976040" cy="74556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56" name="Google Shape;28;p6"/>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PlaceHolder 1"/>
          <p:cNvSpPr>
            <a:spLocks noGrp="1"/>
          </p:cNvSpPr>
          <p:nvPr>
            <p:ph type="title" hasCustomPrompt="1"/>
          </p:nvPr>
        </p:nvSpPr>
        <p:spPr>
          <a:xfrm>
            <a:off x="720000" y="274680"/>
            <a:ext cx="7703640" cy="572400"/>
          </a:xfrm>
          <a:prstGeom prst="rect">
            <a:avLst/>
          </a:prstGeom>
          <a:noFill/>
          <a:ln w="0">
            <a:noFill/>
          </a:ln>
        </p:spPr>
        <p:txBody>
          <a:bodyPr lIns="91440" tIns="91440" rIns="91440" bIns="91440" anchor="t">
            <a:noAutofit/>
          </a:bodyPr>
          <a:p>
            <a:pPr indent="0">
              <a:buNone/>
            </a:pPr>
            <a:r>
              <a:rPr lang="fr-FR" sz="2800" b="0" u="none" strike="noStrike">
                <a:solidFill>
                  <a:schemeClr val="dk1"/>
                </a:solidFill>
                <a:effectLst/>
                <a:uFillTx/>
                <a:latin typeface="Arial" panose="020B0604020202020204"/>
              </a:rPr>
              <a:t>Click to edit the title text format</a:t>
            </a:r>
            <a:endParaRPr lang="fr-FR" sz="2800" b="0" u="none" strike="noStrike">
              <a:solidFill>
                <a:schemeClr val="dk1"/>
              </a:solidFill>
              <a:effectLst/>
              <a:uFillTx/>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8" name="Google Shape;31;p7"/>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PlaceHolder 1"/>
          <p:cNvSpPr>
            <a:spLocks noGrp="1"/>
          </p:cNvSpPr>
          <p:nvPr>
            <p:ph type="title" hasCustomPrompt="1"/>
          </p:nvPr>
        </p:nvSpPr>
        <p:spPr>
          <a:xfrm>
            <a:off x="228600" y="228600"/>
            <a:ext cx="3998160" cy="1445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60" name="PlaceHolder 2"/>
          <p:cNvSpPr>
            <a:spLocks noGrp="1"/>
          </p:cNvSpPr>
          <p:nvPr>
            <p:ph type="body" hasCustomPrompt="1"/>
          </p:nvPr>
        </p:nvSpPr>
        <p:spPr>
          <a:xfrm>
            <a:off x="1609560" y="2066040"/>
            <a:ext cx="3823920" cy="25322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61" name="PlaceHolder 3"/>
          <p:cNvSpPr>
            <a:spLocks noGrp="1"/>
          </p:cNvSpPr>
          <p:nvPr>
            <p:ph type="body" hasCustomPrompt="1"/>
          </p:nvPr>
        </p:nvSpPr>
        <p:spPr>
          <a:xfrm>
            <a:off x="5715720" y="0"/>
            <a:ext cx="3427920" cy="5143320"/>
          </a:xfrm>
          <a:prstGeom prst="rect">
            <a:avLst/>
          </a:prstGeom>
          <a:noFill/>
          <a:ln w="0">
            <a:noFill/>
          </a:ln>
        </p:spPr>
        <p:txBody>
          <a:bodyPr lIns="90000" tIns="45000" rIns="90000" bIns="45000" anchor="t">
            <a:normAutofit lnSpcReduction="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2" name="Google Shape;36;p8"/>
          <p:cNvSpPr/>
          <p:nvPr/>
        </p:nvSpPr>
        <p:spPr>
          <a:xfrm>
            <a:off x="0" y="0"/>
            <a:ext cx="9143640" cy="5159520"/>
          </a:xfrm>
          <a:prstGeom prst="rect">
            <a:avLst/>
          </a:prstGeom>
          <a:solidFill>
            <a:schemeClr val="accent3"/>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PlaceHolder 1"/>
          <p:cNvSpPr>
            <a:spLocks noGrp="1"/>
          </p:cNvSpPr>
          <p:nvPr>
            <p:ph type="title" hasCustomPrompt="1"/>
          </p:nvPr>
        </p:nvSpPr>
        <p:spPr>
          <a:xfrm>
            <a:off x="1388160" y="1307160"/>
            <a:ext cx="6367320" cy="252900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4" name="Google Shape;39;p9"/>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6"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
        <p:nvSpPr>
          <p:cNvPr id="67" name="PlaceHolder 2"/>
          <p:cNvSpPr>
            <a:spLocks noGrp="1"/>
          </p:cNvSpPr>
          <p:nvPr>
            <p:ph type="title" hasCustomPrompt="1"/>
          </p:nvPr>
        </p:nvSpPr>
        <p:spPr>
          <a:xfrm>
            <a:off x="228600" y="4521240"/>
            <a:ext cx="2822400" cy="393120"/>
          </a:xfrm>
          <a:prstGeom prst="rect">
            <a:avLst/>
          </a:prstGeom>
          <a:solidFill>
            <a:schemeClr val="accent2"/>
          </a:solidFill>
          <a:ln w="0">
            <a:noFill/>
          </a:ln>
        </p:spPr>
        <p:txBody>
          <a:bodyPr lIns="91440" tIns="91440" rIns="91440" bIns="91440" anchor="t">
            <a:noAutofit/>
          </a:bodyPr>
          <a:p>
            <a:pPr indent="0">
              <a:buNone/>
            </a:pPr>
            <a:r>
              <a:rPr lang="fr-FR" sz="1000" b="0" u="none" strike="noStrike">
                <a:solidFill>
                  <a:schemeClr val="dk1"/>
                </a:solidFill>
                <a:effectLst/>
                <a:uFillTx/>
                <a:latin typeface="Arial" panose="020B0604020202020204"/>
              </a:rPr>
              <a:t>Click to edit the title text format</a:t>
            </a:r>
            <a:endParaRPr lang="fr-FR" sz="1000" b="0" u="none" strike="noStrike">
              <a:solidFill>
                <a:schemeClr val="dk1"/>
              </a:solidFill>
              <a:effectLst/>
              <a:uFillTx/>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8" name="Google Shape;129;p26"/>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PlaceHolder 1"/>
          <p:cNvSpPr>
            <a:spLocks noGrp="1"/>
          </p:cNvSpPr>
          <p:nvPr>
            <p:ph type="title" hasCustomPrompt="1"/>
          </p:nvPr>
        </p:nvSpPr>
        <p:spPr>
          <a:xfrm>
            <a:off x="713160" y="539640"/>
            <a:ext cx="771732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0" name="Google Shape;132;p27"/>
          <p:cNvSpPr/>
          <p:nvPr/>
        </p:nvSpPr>
        <p:spPr>
          <a:xfrm>
            <a:off x="0" y="-10440"/>
            <a:ext cx="9143640" cy="118044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PlaceHolder 1"/>
          <p:cNvSpPr>
            <a:spLocks noGrp="1"/>
          </p:cNvSpPr>
          <p:nvPr>
            <p:ph type="title" hasCustomPrompt="1"/>
          </p:nvPr>
        </p:nvSpPr>
        <p:spPr>
          <a:xfrm>
            <a:off x="728640" y="539640"/>
            <a:ext cx="334728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
        <p:nvSpPr>
          <p:cNvPr id="72" name="PlaceHolder 2"/>
          <p:cNvSpPr>
            <a:spLocks noGrp="1"/>
          </p:cNvSpPr>
          <p:nvPr>
            <p:ph type="title" hasCustomPrompt="1"/>
          </p:nvPr>
        </p:nvSpPr>
        <p:spPr>
          <a:xfrm>
            <a:off x="4977720" y="539640"/>
            <a:ext cx="3458160" cy="482040"/>
          </a:xfrm>
          <a:prstGeom prst="rect">
            <a:avLst/>
          </a:prstGeom>
          <a:noFill/>
          <a:ln w="0">
            <a:noFill/>
          </a:ln>
        </p:spPr>
        <p:txBody>
          <a:bodyPr lIns="91440" tIns="91440" rIns="91440" bIns="91440" anchor="t">
            <a:noAutofit/>
          </a:bodyPr>
          <a:p>
            <a:pPr indent="0">
              <a:buNone/>
            </a:pPr>
            <a:r>
              <a:rPr lang="fr-FR" sz="2200" b="0" u="none" strike="noStrike">
                <a:solidFill>
                  <a:schemeClr val="dk1"/>
                </a:solidFill>
                <a:effectLst/>
                <a:uFillTx/>
                <a:latin typeface="Arial" panose="020B0604020202020204"/>
              </a:rPr>
              <a:t>Click to edit the title text format</a:t>
            </a:r>
            <a:endParaRPr lang="fr-FR" sz="2200" b="0" u="none" strike="noStrike">
              <a:solidFill>
                <a:schemeClr val="dk1"/>
              </a:solidFill>
              <a:effectLst/>
              <a:uFillTx/>
              <a:latin typeface="Arial" panose="020B060402020202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0" name="Google Shape;9;p2"/>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 name="PlaceHolder 1"/>
          <p:cNvSpPr>
            <a:spLocks noGrp="1"/>
          </p:cNvSpPr>
          <p:nvPr>
            <p:ph type="title" hasCustomPrompt="1"/>
          </p:nvPr>
        </p:nvSpPr>
        <p:spPr>
          <a:xfrm>
            <a:off x="2215080" y="1276200"/>
            <a:ext cx="6323400" cy="2452320"/>
          </a:xfrm>
          <a:prstGeom prst="rect">
            <a:avLst/>
          </a:prstGeom>
          <a:noFill/>
          <a:ln w="0">
            <a:noFill/>
          </a:ln>
        </p:spPr>
        <p:txBody>
          <a:bodyPr lIns="91440" tIns="91440" rIns="91440" bIns="91440" anchor="b">
            <a:noAutofit/>
          </a:bodyPr>
          <a:p>
            <a:pPr indent="0">
              <a:buNone/>
            </a:pPr>
            <a:r>
              <a:rPr lang="fr-FR" sz="5000" b="0" u="none" strike="noStrike">
                <a:solidFill>
                  <a:schemeClr val="dk1"/>
                </a:solidFill>
                <a:effectLst/>
                <a:uFillTx/>
                <a:latin typeface="Arial" panose="020B0604020202020204"/>
              </a:rPr>
              <a:t>Click to edit the title text format</a:t>
            </a:r>
            <a:endParaRPr lang="fr-FR" sz="5000" b="0" u="none" strike="noStrike">
              <a:solidFill>
                <a:schemeClr val="dk1"/>
              </a:solidFill>
              <a:effectLst/>
              <a:uFillTx/>
              <a:latin typeface="Arial" panose="020B0604020202020204"/>
            </a:endParaRPr>
          </a:p>
        </p:txBody>
      </p:sp>
      <p:sp>
        <p:nvSpPr>
          <p:cNvPr id="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Google Shape;47;p11"/>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hasCustomPrompt="1"/>
          </p:nvPr>
        </p:nvSpPr>
        <p:spPr>
          <a:xfrm>
            <a:off x="1284120" y="1953000"/>
            <a:ext cx="6575760" cy="799200"/>
          </a:xfrm>
          <a:prstGeom prst="rect">
            <a:avLst/>
          </a:prstGeom>
          <a:noFill/>
          <a:ln w="0">
            <a:noFill/>
          </a:ln>
        </p:spPr>
        <p:txBody>
          <a:bodyPr lIns="91440" tIns="91440" rIns="91440" bIns="91440" anchor="b">
            <a:noAutofit/>
          </a:bodyPr>
          <a:p>
            <a:pPr indent="0" algn="ctr">
              <a:lnSpc>
                <a:spcPct val="80000"/>
              </a:lnSpc>
              <a:buNone/>
            </a:pPr>
            <a:r>
              <a:rPr lang="fr-FR" sz="6000" b="0" u="none" strike="noStrike">
                <a:solidFill>
                  <a:schemeClr val="accent1"/>
                </a:solidFill>
                <a:effectLst/>
                <a:uFillTx/>
                <a:latin typeface="Zalando Sans Expanded ExtraLight"/>
                <a:ea typeface="Zalando Sans Expanded ExtraLight"/>
              </a:rPr>
              <a:t>xx%</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5" name="Google Shape;52;p13"/>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 name="PlaceHolder 1"/>
          <p:cNvSpPr>
            <a:spLocks noGrp="1"/>
          </p:cNvSpPr>
          <p:nvPr>
            <p:ph type="title" hasCustomPrompt="1"/>
          </p:nvPr>
        </p:nvSpPr>
        <p:spPr>
          <a:xfrm>
            <a:off x="1865520" y="38721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7" name="PlaceHolder 2"/>
          <p:cNvSpPr>
            <a:spLocks noGrp="1"/>
          </p:cNvSpPr>
          <p:nvPr>
            <p:ph type="title" hasCustomPrompt="1"/>
          </p:nvPr>
        </p:nvSpPr>
        <p:spPr>
          <a:xfrm>
            <a:off x="1865520" y="2579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8" name="PlaceHolder 3"/>
          <p:cNvSpPr>
            <a:spLocks noGrp="1"/>
          </p:cNvSpPr>
          <p:nvPr>
            <p:ph type="title" hasCustomPrompt="1"/>
          </p:nvPr>
        </p:nvSpPr>
        <p:spPr>
          <a:xfrm>
            <a:off x="1866600" y="1933560"/>
            <a:ext cx="86400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9" name="PlaceHolder 4"/>
          <p:cNvSpPr>
            <a:spLocks noGrp="1"/>
          </p:cNvSpPr>
          <p:nvPr>
            <p:ph type="title" hasCustomPrompt="1"/>
          </p:nvPr>
        </p:nvSpPr>
        <p:spPr>
          <a:xfrm>
            <a:off x="1865520" y="32259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0" name="PlaceHolder 5"/>
          <p:cNvSpPr>
            <a:spLocks noGrp="1"/>
          </p:cNvSpPr>
          <p:nvPr>
            <p:ph type="title" hasCustomPrompt="1"/>
          </p:nvPr>
        </p:nvSpPr>
        <p:spPr>
          <a:xfrm>
            <a:off x="5622840" y="2579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1" name="PlaceHolder 6"/>
          <p:cNvSpPr>
            <a:spLocks noGrp="1"/>
          </p:cNvSpPr>
          <p:nvPr>
            <p:ph type="title" hasCustomPrompt="1"/>
          </p:nvPr>
        </p:nvSpPr>
        <p:spPr>
          <a:xfrm>
            <a:off x="5622840" y="32259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2" name="PlaceHolder 7"/>
          <p:cNvSpPr>
            <a:spLocks noGrp="1"/>
          </p:cNvSpPr>
          <p:nvPr>
            <p:ph type="title" hasCustomPrompt="1"/>
          </p:nvPr>
        </p:nvSpPr>
        <p:spPr>
          <a:xfrm>
            <a:off x="5622840" y="38721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3" name="PlaceHolder 8"/>
          <p:cNvSpPr>
            <a:spLocks noGrp="1"/>
          </p:cNvSpPr>
          <p:nvPr>
            <p:ph type="title" hasCustomPrompt="1"/>
          </p:nvPr>
        </p:nvSpPr>
        <p:spPr>
          <a:xfrm>
            <a:off x="5622840" y="19335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14" name="PlaceHolder 9"/>
          <p:cNvSpPr>
            <a:spLocks noGrp="1"/>
          </p:cNvSpPr>
          <p:nvPr>
            <p:ph type="title" hasCustomPrompt="1"/>
          </p:nvPr>
        </p:nvSpPr>
        <p:spPr>
          <a:xfrm>
            <a:off x="4498920" y="274680"/>
            <a:ext cx="4416120" cy="572400"/>
          </a:xfrm>
          <a:prstGeom prst="rect">
            <a:avLst/>
          </a:prstGeom>
          <a:noFill/>
          <a:ln w="0">
            <a:noFill/>
          </a:ln>
        </p:spPr>
        <p:txBody>
          <a:bodyPr lIns="91440" tIns="91440" rIns="91440" bIns="91440" anchor="t">
            <a:noAutofit/>
          </a:bodyPr>
          <a:p>
            <a:pPr indent="0">
              <a:buNone/>
            </a:pPr>
            <a:r>
              <a:rPr lang="fr-FR" sz="2800" b="0" u="none" strike="noStrike">
                <a:solidFill>
                  <a:schemeClr val="dk1"/>
                </a:solidFill>
                <a:effectLst/>
                <a:uFillTx/>
                <a:latin typeface="Arial" panose="020B0604020202020204"/>
              </a:rPr>
              <a:t>Click to edit the title text format</a:t>
            </a:r>
            <a:endParaRPr lang="fr-FR" sz="2800" b="0" u="none" strike="noStrike">
              <a:solidFill>
                <a:schemeClr val="dk1"/>
              </a:solidFill>
              <a:effectLst/>
              <a:uFillTx/>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5" name="Google Shape;71;p14"/>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PlaceHolder 1"/>
          <p:cNvSpPr>
            <a:spLocks noGrp="1"/>
          </p:cNvSpPr>
          <p:nvPr>
            <p:ph type="title" hasCustomPrompt="1"/>
          </p:nvPr>
        </p:nvSpPr>
        <p:spPr>
          <a:xfrm>
            <a:off x="419040" y="471600"/>
            <a:ext cx="7486560" cy="1204920"/>
          </a:xfrm>
          <a:prstGeom prst="rect">
            <a:avLst/>
          </a:prstGeom>
          <a:noFill/>
          <a:ln w="0">
            <a:noFill/>
          </a:ln>
        </p:spPr>
        <p:txBody>
          <a:bodyPr lIns="91440" tIns="91440" rIns="91440" bIns="91440" anchor="t">
            <a:noAutofit/>
          </a:bodyPr>
          <a:p>
            <a:pPr indent="0">
              <a:buNone/>
            </a:pPr>
            <a:r>
              <a:rPr lang="fr-FR" sz="4000" b="0" u="none" strike="noStrike">
                <a:solidFill>
                  <a:schemeClr val="dk1"/>
                </a:solidFill>
                <a:effectLst/>
                <a:uFillTx/>
                <a:latin typeface="Arial" panose="020B0604020202020204"/>
              </a:rPr>
              <a:t>Click to edit the title text format</a:t>
            </a:r>
            <a:endParaRPr lang="fr-FR" sz="4000" b="0" u="none" strike="noStrike">
              <a:solidFill>
                <a:schemeClr val="dk1"/>
              </a:solidFill>
              <a:effectLst/>
              <a:uFillTx/>
              <a:latin typeface="Arial" panose="020B0604020202020204"/>
            </a:endParaRPr>
          </a:p>
        </p:txBody>
      </p:sp>
      <p:sp>
        <p:nvSpPr>
          <p:cNvPr id="1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8" name="Google Shape;75;p15"/>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PlaceHolder 1"/>
          <p:cNvSpPr>
            <a:spLocks noGrp="1"/>
          </p:cNvSpPr>
          <p:nvPr>
            <p:ph type="title" hasCustomPrompt="1"/>
          </p:nvPr>
        </p:nvSpPr>
        <p:spPr>
          <a:xfrm>
            <a:off x="228600" y="297720"/>
            <a:ext cx="5320440" cy="125172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20" name="PlaceHolder 2"/>
          <p:cNvSpPr>
            <a:spLocks noGrp="1"/>
          </p:cNvSpPr>
          <p:nvPr>
            <p:ph type="body" hasCustomPrompt="1"/>
          </p:nvPr>
        </p:nvSpPr>
        <p:spPr>
          <a:xfrm>
            <a:off x="943560" y="2308320"/>
            <a:ext cx="4358520" cy="191700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21" name="PlaceHolder 3"/>
          <p:cNvSpPr>
            <a:spLocks noGrp="1"/>
          </p:cNvSpPr>
          <p:nvPr>
            <p:ph type="body" hasCustomPrompt="1"/>
          </p:nvPr>
        </p:nvSpPr>
        <p:spPr>
          <a:xfrm>
            <a:off x="6345000" y="0"/>
            <a:ext cx="2798280" cy="5143320"/>
          </a:xfrm>
          <a:prstGeom prst="rect">
            <a:avLst/>
          </a:prstGeom>
          <a:noFill/>
          <a:ln w="0">
            <a:noFill/>
          </a:ln>
        </p:spPr>
        <p:txBody>
          <a:bodyPr lIns="90000" tIns="45000" rIns="90000" bIns="45000" anchor="t">
            <a:normAutofit fontScale="55000" lnSpcReduction="1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22" name="Google Shape;80;p16"/>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PlaceHolder 1"/>
          <p:cNvSpPr>
            <a:spLocks noGrp="1"/>
          </p:cNvSpPr>
          <p:nvPr>
            <p:ph type="title" hasCustomPrompt="1"/>
          </p:nvPr>
        </p:nvSpPr>
        <p:spPr>
          <a:xfrm>
            <a:off x="228600" y="300600"/>
            <a:ext cx="2154960" cy="82224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24" name="Google Shape;83;p17"/>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PlaceHolder 1"/>
          <p:cNvSpPr>
            <a:spLocks noGrp="1"/>
          </p:cNvSpPr>
          <p:nvPr>
            <p:ph type="title" hasCustomPrompt="1"/>
          </p:nvPr>
        </p:nvSpPr>
        <p:spPr>
          <a:xfrm>
            <a:off x="4313880" y="301320"/>
            <a:ext cx="4596120" cy="74952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6" name="Google Shape;86;p18"/>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PlaceHolder 1"/>
          <p:cNvSpPr>
            <a:spLocks noGrp="1"/>
          </p:cNvSpPr>
          <p:nvPr>
            <p:ph type="title" hasCustomPrompt="1"/>
          </p:nvPr>
        </p:nvSpPr>
        <p:spPr>
          <a:xfrm>
            <a:off x="1333440" y="2709000"/>
            <a:ext cx="67860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28" name="PlaceHolder 2"/>
          <p:cNvSpPr>
            <a:spLocks noGrp="1"/>
          </p:cNvSpPr>
          <p:nvPr>
            <p:ph type="title" hasCustomPrompt="1"/>
          </p:nvPr>
        </p:nvSpPr>
        <p:spPr>
          <a:xfrm>
            <a:off x="1333440" y="1585800"/>
            <a:ext cx="67752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29" name="PlaceHolder 3"/>
          <p:cNvSpPr>
            <a:spLocks noGrp="1"/>
          </p:cNvSpPr>
          <p:nvPr>
            <p:ph type="title" hasCustomPrompt="1"/>
          </p:nvPr>
        </p:nvSpPr>
        <p:spPr>
          <a:xfrm>
            <a:off x="1333440" y="3832200"/>
            <a:ext cx="678600" cy="310320"/>
          </a:xfrm>
          <a:prstGeom prst="rect">
            <a:avLst/>
          </a:prstGeom>
          <a:noFill/>
          <a:ln w="0">
            <a:noFill/>
          </a:ln>
        </p:spPr>
        <p:txBody>
          <a:bodyPr lIns="91440" tIns="91440" rIns="91440" bIns="91440" anchor="ctr">
            <a:noAutofit/>
          </a:bodyPr>
          <a:p>
            <a:pPr indent="0">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0" name="PlaceHolder 4"/>
          <p:cNvSpPr>
            <a:spLocks noGrp="1"/>
          </p:cNvSpPr>
          <p:nvPr>
            <p:ph type="title" hasCustomPrompt="1"/>
          </p:nvPr>
        </p:nvSpPr>
        <p:spPr>
          <a:xfrm>
            <a:off x="228600" y="297720"/>
            <a:ext cx="2022120" cy="80208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31" name="Google Shape;95;p19"/>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PlaceHolder 1"/>
          <p:cNvSpPr>
            <a:spLocks noGrp="1"/>
          </p:cNvSpPr>
          <p:nvPr>
            <p:ph type="title" hasCustomPrompt="1"/>
          </p:nvPr>
        </p:nvSpPr>
        <p:spPr>
          <a:xfrm>
            <a:off x="4929840" y="300600"/>
            <a:ext cx="3985200" cy="76068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33" name="PlaceHolder 2"/>
          <p:cNvSpPr>
            <a:spLocks noGrp="1"/>
          </p:cNvSpPr>
          <p:nvPr>
            <p:ph type="title" hasCustomPrompt="1"/>
          </p:nvPr>
        </p:nvSpPr>
        <p:spPr>
          <a:xfrm>
            <a:off x="722196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4" name="PlaceHolder 3"/>
          <p:cNvSpPr>
            <a:spLocks noGrp="1"/>
          </p:cNvSpPr>
          <p:nvPr>
            <p:ph type="title" hasCustomPrompt="1"/>
          </p:nvPr>
        </p:nvSpPr>
        <p:spPr>
          <a:xfrm>
            <a:off x="7221960" y="177840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5" name="PlaceHolder 4"/>
          <p:cNvSpPr>
            <a:spLocks noGrp="1"/>
          </p:cNvSpPr>
          <p:nvPr>
            <p:ph type="title" hasCustomPrompt="1"/>
          </p:nvPr>
        </p:nvSpPr>
        <p:spPr>
          <a:xfrm>
            <a:off x="4550400" y="1778760"/>
            <a:ext cx="86400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6" name="PlaceHolder 5"/>
          <p:cNvSpPr>
            <a:spLocks noGrp="1"/>
          </p:cNvSpPr>
          <p:nvPr>
            <p:ph type="title" hasCustomPrompt="1"/>
          </p:nvPr>
        </p:nvSpPr>
        <p:spPr>
          <a:xfrm>
            <a:off x="454968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7" name="PlaceHolder 6"/>
          <p:cNvSpPr>
            <a:spLocks noGrp="1"/>
          </p:cNvSpPr>
          <p:nvPr>
            <p:ph type="title" hasCustomPrompt="1"/>
          </p:nvPr>
        </p:nvSpPr>
        <p:spPr>
          <a:xfrm>
            <a:off x="1877400" y="177840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
        <p:nvSpPr>
          <p:cNvPr id="38" name="PlaceHolder 7"/>
          <p:cNvSpPr>
            <a:spLocks noGrp="1"/>
          </p:cNvSpPr>
          <p:nvPr>
            <p:ph type="title" hasCustomPrompt="1"/>
          </p:nvPr>
        </p:nvSpPr>
        <p:spPr>
          <a:xfrm>
            <a:off x="1877400" y="3506760"/>
            <a:ext cx="865440" cy="310320"/>
          </a:xfrm>
          <a:prstGeom prst="rect">
            <a:avLst/>
          </a:prstGeom>
          <a:noFill/>
          <a:ln w="0">
            <a:noFill/>
          </a:ln>
        </p:spPr>
        <p:txBody>
          <a:bodyPr lIns="91440" tIns="91440" rIns="91440" bIns="91440" anchor="ctr">
            <a:noAutofit/>
          </a:bodyPr>
          <a:p>
            <a:pPr indent="0" algn="ctr">
              <a:lnSpc>
                <a:spcPct val="80000"/>
              </a:lnSpc>
              <a:buNone/>
            </a:pPr>
            <a:r>
              <a:rPr lang="fr-FR" sz="2000" b="0" u="none" strike="noStrike">
                <a:solidFill>
                  <a:schemeClr val="accent3"/>
                </a:solidFill>
                <a:effectLst/>
                <a:uFillTx/>
                <a:latin typeface="Zalando Sans Expanded Medium"/>
                <a:ea typeface="Zalando Sans Expanded Medium"/>
              </a:rPr>
              <a:t>xx%</a:t>
            </a:r>
            <a:endParaRPr lang="fr-FR" sz="2000" b="0" u="none" strike="noStrike">
              <a:solidFill>
                <a:schemeClr val="dk1"/>
              </a:solidFill>
              <a:effectLst/>
              <a:uFillTx/>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9" name="Google Shape;110;p20"/>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PlaceHolder 1"/>
          <p:cNvSpPr>
            <a:spLocks noGrp="1"/>
          </p:cNvSpPr>
          <p:nvPr>
            <p:ph type="title" hasCustomPrompt="1"/>
          </p:nvPr>
        </p:nvSpPr>
        <p:spPr>
          <a:xfrm>
            <a:off x="621360" y="956520"/>
            <a:ext cx="5447520" cy="754560"/>
          </a:xfrm>
          <a:prstGeom prst="rect">
            <a:avLst/>
          </a:prstGeom>
          <a:noFill/>
          <a:ln w="0">
            <a:noFill/>
          </a:ln>
        </p:spPr>
        <p:txBody>
          <a:bodyPr lIns="91440" tIns="91440" rIns="91440" bIns="91440" anchor="b">
            <a:noAutofit/>
          </a:bodyPr>
          <a:p>
            <a:pPr indent="0">
              <a:lnSpc>
                <a:spcPct val="80000"/>
              </a:lnSpc>
              <a:buNone/>
            </a:pPr>
            <a:r>
              <a:rPr lang="fr-FR" sz="4500" b="0" u="none" strike="noStrike">
                <a:solidFill>
                  <a:schemeClr val="accent3"/>
                </a:solidFill>
                <a:effectLst/>
                <a:uFillTx/>
                <a:latin typeface="Zalando Sans Expanded ExtraLight"/>
                <a:ea typeface="Zalando Sans Expanded ExtraLight"/>
              </a:rPr>
              <a:t>xx%</a:t>
            </a:r>
            <a:endParaRPr lang="fr-FR" sz="4500" b="0" u="none" strike="noStrike">
              <a:solidFill>
                <a:schemeClr val="dk1"/>
              </a:solidFill>
              <a:effectLst/>
              <a:uFillTx/>
              <a:latin typeface="Arial" panose="020B0604020202020204"/>
            </a:endParaRPr>
          </a:p>
        </p:txBody>
      </p:sp>
      <p:sp>
        <p:nvSpPr>
          <p:cNvPr id="41" name="PlaceHolder 2"/>
          <p:cNvSpPr>
            <a:spLocks noGrp="1"/>
          </p:cNvSpPr>
          <p:nvPr>
            <p:ph type="title" hasCustomPrompt="1"/>
          </p:nvPr>
        </p:nvSpPr>
        <p:spPr>
          <a:xfrm>
            <a:off x="621360" y="3141000"/>
            <a:ext cx="5447520" cy="754560"/>
          </a:xfrm>
          <a:prstGeom prst="rect">
            <a:avLst/>
          </a:prstGeom>
          <a:noFill/>
          <a:ln w="0">
            <a:noFill/>
          </a:ln>
        </p:spPr>
        <p:txBody>
          <a:bodyPr lIns="91440" tIns="91440" rIns="91440" bIns="91440" anchor="b">
            <a:noAutofit/>
          </a:bodyPr>
          <a:p>
            <a:pPr indent="0">
              <a:lnSpc>
                <a:spcPct val="80000"/>
              </a:lnSpc>
              <a:buNone/>
            </a:pPr>
            <a:r>
              <a:rPr lang="fr-FR" sz="4500" b="0" u="none" strike="noStrike">
                <a:solidFill>
                  <a:schemeClr val="accent3"/>
                </a:solidFill>
                <a:effectLst/>
                <a:uFillTx/>
                <a:latin typeface="Zalando Sans Expanded ExtraLight"/>
                <a:ea typeface="Zalando Sans Expanded ExtraLight"/>
              </a:rPr>
              <a:t>xx%</a:t>
            </a:r>
            <a:endParaRPr lang="fr-FR" sz="4500" b="0" u="none" strike="noStrike">
              <a:solidFill>
                <a:schemeClr val="dk1"/>
              </a:solidFill>
              <a:effectLst/>
              <a:uFillTx/>
              <a:latin typeface="Arial" panose="020B0604020202020204"/>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2" name="Google Shape;13;p3"/>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PlaceHolder 1"/>
          <p:cNvSpPr>
            <a:spLocks noGrp="1"/>
          </p:cNvSpPr>
          <p:nvPr>
            <p:ph type="title" hasCustomPrompt="1"/>
          </p:nvPr>
        </p:nvSpPr>
        <p:spPr>
          <a:xfrm>
            <a:off x="2662560" y="3397680"/>
            <a:ext cx="6134400" cy="1059840"/>
          </a:xfrm>
          <a:prstGeom prst="rect">
            <a:avLst/>
          </a:prstGeom>
          <a:noFill/>
          <a:ln w="0">
            <a:noFill/>
          </a:ln>
        </p:spPr>
        <p:txBody>
          <a:bodyPr lIns="91440" tIns="91440" rIns="91440" bIns="91440" anchor="ctr">
            <a:noAutofit/>
          </a:bodyPr>
          <a:p>
            <a:pPr indent="0">
              <a:buNone/>
            </a:pPr>
            <a:r>
              <a:rPr lang="fr-FR" sz="4600" b="0" u="none" strike="noStrike">
                <a:solidFill>
                  <a:schemeClr val="dk1"/>
                </a:solidFill>
                <a:effectLst/>
                <a:uFillTx/>
                <a:latin typeface="Arial" panose="020B0604020202020204"/>
              </a:rPr>
              <a:t>Click to edit the title text format</a:t>
            </a:r>
            <a:endParaRPr lang="fr-FR" sz="4600" b="0" u="none" strike="noStrike">
              <a:solidFill>
                <a:schemeClr val="dk1"/>
              </a:solidFill>
              <a:effectLst/>
              <a:uFillTx/>
              <a:latin typeface="Arial" panose="020B0604020202020204"/>
            </a:endParaRPr>
          </a:p>
        </p:txBody>
      </p:sp>
      <p:sp>
        <p:nvSpPr>
          <p:cNvPr id="44" name="PlaceHolder 2"/>
          <p:cNvSpPr>
            <a:spLocks noGrp="1"/>
          </p:cNvSpPr>
          <p:nvPr>
            <p:ph type="title" hasCustomPrompt="1"/>
          </p:nvPr>
        </p:nvSpPr>
        <p:spPr>
          <a:xfrm>
            <a:off x="332280" y="228600"/>
            <a:ext cx="1267920" cy="1269360"/>
          </a:xfrm>
          <a:prstGeom prst="rect">
            <a:avLst/>
          </a:prstGeom>
          <a:noFill/>
          <a:ln w="0">
            <a:noFill/>
          </a:ln>
        </p:spPr>
        <p:txBody>
          <a:bodyPr lIns="91440" tIns="91440" rIns="91440" bIns="91440" anchor="ctr">
            <a:noAutofit/>
          </a:bodyPr>
          <a:p>
            <a:pPr indent="0" algn="ctr">
              <a:lnSpc>
                <a:spcPct val="80000"/>
              </a:lnSpc>
              <a:buNone/>
            </a:pPr>
            <a:r>
              <a:rPr lang="fr-FR" sz="6000" b="0" u="none" strike="noStrike">
                <a:solidFill>
                  <a:schemeClr val="accent2"/>
                </a:solidFill>
                <a:effectLst/>
                <a:uFillTx/>
                <a:latin typeface="Zalando Sans Expanded Medium"/>
                <a:ea typeface="Zalando Sans Expanded Medium"/>
              </a:rPr>
              <a:t>xx%</a:t>
            </a:r>
            <a:endParaRPr lang="fr-FR" sz="6000" b="0" u="none" strike="noStrike">
              <a:solidFill>
                <a:schemeClr val="dk1"/>
              </a:solidFill>
              <a:effectLst/>
              <a:uFillTx/>
              <a:latin typeface="Arial" panose="020B0604020202020204"/>
            </a:endParaRPr>
          </a:p>
        </p:txBody>
      </p:sp>
      <p:sp>
        <p:nvSpPr>
          <p:cNvPr id="45" name="PlaceHolder 3"/>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6" name="Google Shape;116;p21"/>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PlaceHolder 1"/>
          <p:cNvSpPr>
            <a:spLocks noGrp="1"/>
          </p:cNvSpPr>
          <p:nvPr>
            <p:ph type="title" hasCustomPrompt="1"/>
          </p:nvPr>
        </p:nvSpPr>
        <p:spPr>
          <a:xfrm>
            <a:off x="5547600" y="363600"/>
            <a:ext cx="3367440" cy="1613880"/>
          </a:xfrm>
          <a:prstGeom prst="rect">
            <a:avLst/>
          </a:prstGeom>
          <a:noFill/>
          <a:ln w="0">
            <a:noFill/>
          </a:ln>
        </p:spPr>
        <p:txBody>
          <a:bodyPr lIns="91440" tIns="91440" rIns="91440" bIns="91440" anchor="b">
            <a:noAutofit/>
          </a:bodyPr>
          <a:p>
            <a:pPr indent="0">
              <a:buNone/>
            </a:pPr>
            <a:r>
              <a:rPr lang="fr-FR" sz="5700" b="0" u="none" strike="noStrike">
                <a:solidFill>
                  <a:schemeClr val="dk1"/>
                </a:solidFill>
                <a:effectLst/>
                <a:uFillTx/>
                <a:latin typeface="Arial" panose="020B0604020202020204"/>
              </a:rPr>
              <a:t>Click to edit the title text format</a:t>
            </a:r>
            <a:endParaRPr lang="fr-FR" sz="5700" b="0" u="none" strike="noStrike">
              <a:solidFill>
                <a:schemeClr val="dk1"/>
              </a:solidFill>
              <a:effectLst/>
              <a:uFillTx/>
              <a:latin typeface="Arial" panose="020B0604020202020204"/>
            </a:endParaRPr>
          </a:p>
        </p:txBody>
      </p:sp>
      <p:sp>
        <p:nvSpPr>
          <p:cNvPr id="48" name="Google Shape;119;p21"/>
          <p:cNvSpPr/>
          <p:nvPr/>
        </p:nvSpPr>
        <p:spPr>
          <a:xfrm>
            <a:off x="1965600" y="4008240"/>
            <a:ext cx="3871440" cy="55584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defTabSz="914400">
              <a:lnSpc>
                <a:spcPct val="100000"/>
              </a:lnSpc>
              <a:tabLst>
                <a:tab pos="0" algn="l"/>
              </a:tabLst>
            </a:pPr>
            <a:r>
              <a:rPr lang="en-GB" sz="1000" b="1" u="none" strike="noStrike">
                <a:solidFill>
                  <a:schemeClr val="accent1"/>
                </a:solidFill>
                <a:effectLst/>
                <a:uFillTx/>
                <a:latin typeface="Arial" panose="020B0604020202020204"/>
                <a:ea typeface="Arial" panose="020B0604020202020204"/>
              </a:rPr>
              <a:t>CREDITS:</a:t>
            </a:r>
            <a:r>
              <a:rPr lang="en-GB" sz="1000" b="0" u="none" strike="noStrike">
                <a:solidFill>
                  <a:schemeClr val="accent1"/>
                </a:solidFill>
                <a:effectLst/>
                <a:uFillTx/>
                <a:latin typeface="Arial" panose="020B0604020202020204"/>
                <a:ea typeface="Arial" panose="020B0604020202020204"/>
              </a:rPr>
              <a:t> This presentation template was created by </a:t>
            </a:r>
            <a:r>
              <a:rPr lang="en-GB" sz="1000" b="1" u="sng" strike="noStrike">
                <a:solidFill>
                  <a:schemeClr val="accent1"/>
                </a:solidFill>
                <a:effectLst/>
                <a:uFillTx/>
                <a:latin typeface="Arial" panose="020B0604020202020204"/>
                <a:ea typeface="Arial" panose="020B0604020202020204"/>
                <a:hlinkClick r:id="rId2"/>
              </a:rPr>
              <a:t>Slidesgo</a:t>
            </a:r>
            <a:r>
              <a:rPr lang="en-GB" sz="1000" b="0" u="none" strike="noStrike">
                <a:solidFill>
                  <a:schemeClr val="accent1"/>
                </a:solidFill>
                <a:effectLst/>
                <a:uFillTx/>
                <a:latin typeface="Arial" panose="020B0604020202020204"/>
                <a:ea typeface="Arial" panose="020B0604020202020204"/>
              </a:rPr>
              <a:t>, and includes icons, infographics &amp; images by </a:t>
            </a:r>
            <a:r>
              <a:rPr lang="en-GB" sz="1000" b="1" u="sng" strike="noStrike">
                <a:solidFill>
                  <a:schemeClr val="accent1"/>
                </a:solidFill>
                <a:effectLst/>
                <a:uFillTx/>
                <a:latin typeface="Arial" panose="020B0604020202020204"/>
                <a:ea typeface="Arial" panose="020B0604020202020204"/>
                <a:hlinkClick r:id="rId3"/>
              </a:rPr>
              <a:t>Freepik</a:t>
            </a:r>
            <a:r>
              <a:rPr lang="en-GB" sz="1000" b="0" u="none" strike="noStrike">
                <a:solidFill>
                  <a:schemeClr val="accent1"/>
                </a:solidFill>
                <a:effectLst/>
                <a:uFillTx/>
                <a:latin typeface="Arial" panose="020B0604020202020204"/>
                <a:ea typeface="Arial" panose="020B0604020202020204"/>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
        <p:nvSpPr>
          <p:cNvPr id="49" name="Google Shape;121;p22"/>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
        <p:nvSpPr>
          <p:cNvPr id="50" name="Google Shape;123;p23"/>
          <p:cNvSpPr/>
          <p:nvPr/>
        </p:nvSpPr>
        <p:spPr>
          <a:xfrm>
            <a:off x="0" y="-8280"/>
            <a:ext cx="9143640" cy="5159520"/>
          </a:xfrm>
          <a:prstGeom prst="rect">
            <a:avLst/>
          </a:prstGeom>
          <a:solidFill>
            <a:srgbClr val="4F5B4D"/>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1" name="Google Shape;17;p4"/>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53" name="PlaceHolder 2"/>
          <p:cNvSpPr>
            <a:spLocks noGrp="1"/>
          </p:cNvSpPr>
          <p:nvPr>
            <p:ph type="body" hasCustomPrompt="1"/>
          </p:nvPr>
        </p:nvSpPr>
        <p:spPr>
          <a:xfrm>
            <a:off x="720000" y="1152360"/>
            <a:ext cx="7703640" cy="34160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54" name="Google Shape;21;p5"/>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PlaceHolder 1"/>
          <p:cNvSpPr>
            <a:spLocks noGrp="1"/>
          </p:cNvSpPr>
          <p:nvPr>
            <p:ph type="title" hasCustomPrompt="1"/>
          </p:nvPr>
        </p:nvSpPr>
        <p:spPr>
          <a:xfrm>
            <a:off x="6939000" y="294840"/>
            <a:ext cx="1976040" cy="74556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56" name="Google Shape;28;p6"/>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PlaceHolder 1"/>
          <p:cNvSpPr>
            <a:spLocks noGrp="1"/>
          </p:cNvSpPr>
          <p:nvPr>
            <p:ph type="title" hasCustomPrompt="1"/>
          </p:nvPr>
        </p:nvSpPr>
        <p:spPr>
          <a:xfrm>
            <a:off x="720000" y="274680"/>
            <a:ext cx="7703640" cy="572400"/>
          </a:xfrm>
          <a:prstGeom prst="rect">
            <a:avLst/>
          </a:prstGeom>
          <a:noFill/>
          <a:ln w="0">
            <a:noFill/>
          </a:ln>
        </p:spPr>
        <p:txBody>
          <a:bodyPr lIns="91440" tIns="91440" rIns="91440" bIns="91440" anchor="t">
            <a:noAutofit/>
          </a:bodyPr>
          <a:p>
            <a:pPr indent="0">
              <a:buNone/>
            </a:pPr>
            <a:r>
              <a:rPr lang="fr-FR" sz="2800" b="0" u="none" strike="noStrike">
                <a:solidFill>
                  <a:schemeClr val="dk1"/>
                </a:solidFill>
                <a:effectLst/>
                <a:uFillTx/>
                <a:latin typeface="Arial" panose="020B0604020202020204"/>
              </a:rPr>
              <a:t>Click to edit the title text format</a:t>
            </a:r>
            <a:endParaRPr lang="fr-FR" sz="2800" b="0" u="none" strike="noStrike">
              <a:solidFill>
                <a:schemeClr val="dk1"/>
              </a:solidFill>
              <a:effectLst/>
              <a:uFillTx/>
              <a:latin typeface="Arial" panose="020B0604020202020204"/>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8" name="Google Shape;31;p7"/>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PlaceHolder 1"/>
          <p:cNvSpPr>
            <a:spLocks noGrp="1"/>
          </p:cNvSpPr>
          <p:nvPr>
            <p:ph type="title" hasCustomPrompt="1"/>
          </p:nvPr>
        </p:nvSpPr>
        <p:spPr>
          <a:xfrm>
            <a:off x="228600" y="228600"/>
            <a:ext cx="3998160" cy="1445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
        <p:nvSpPr>
          <p:cNvPr id="60" name="PlaceHolder 2"/>
          <p:cNvSpPr>
            <a:spLocks noGrp="1"/>
          </p:cNvSpPr>
          <p:nvPr>
            <p:ph type="body" hasCustomPrompt="1"/>
          </p:nvPr>
        </p:nvSpPr>
        <p:spPr>
          <a:xfrm>
            <a:off x="1609560" y="2066040"/>
            <a:ext cx="3823920" cy="2532240"/>
          </a:xfrm>
          <a:prstGeom prst="rect">
            <a:avLst/>
          </a:prstGeom>
          <a:noFill/>
          <a:ln w="0">
            <a:noFill/>
          </a:ln>
        </p:spPr>
        <p:txBody>
          <a:bodyPr lIns="91440" tIns="91440" rIns="91440" bIns="91440" anchor="t">
            <a:noAutofit/>
          </a:bodyPr>
          <a:p>
            <a:pPr marL="431800" indent="-323850">
              <a:spcBef>
                <a:spcPts val="141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Fifth Outline Level</a:t>
            </a:r>
            <a:endParaRPr lang="fr-FR" sz="14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Sixth Outline Level</a:t>
            </a:r>
            <a:endParaRPr lang="fr-FR" sz="14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Seventh Outline Level</a:t>
            </a:r>
            <a:endParaRPr lang="fr-FR" sz="1400" b="0" u="none" strike="noStrike">
              <a:solidFill>
                <a:srgbClr val="000000"/>
              </a:solidFill>
              <a:effectLst/>
              <a:uFillTx/>
              <a:latin typeface="Arial" panose="020B0604020202020204"/>
            </a:endParaRPr>
          </a:p>
        </p:txBody>
      </p:sp>
      <p:sp>
        <p:nvSpPr>
          <p:cNvPr id="61" name="PlaceHolder 3"/>
          <p:cNvSpPr>
            <a:spLocks noGrp="1"/>
          </p:cNvSpPr>
          <p:nvPr>
            <p:ph type="body" hasCustomPrompt="1"/>
          </p:nvPr>
        </p:nvSpPr>
        <p:spPr>
          <a:xfrm>
            <a:off x="5715720" y="0"/>
            <a:ext cx="3427920" cy="5143320"/>
          </a:xfrm>
          <a:prstGeom prst="rect">
            <a:avLst/>
          </a:prstGeom>
          <a:noFill/>
          <a:ln w="0">
            <a:noFill/>
          </a:ln>
        </p:spPr>
        <p:txBody>
          <a:bodyPr lIns="90000" tIns="45000" rIns="90000" bIns="45000" anchor="t">
            <a:normAutofit lnSpcReduction="9999"/>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2" name="Google Shape;36;p8"/>
          <p:cNvSpPr/>
          <p:nvPr/>
        </p:nvSpPr>
        <p:spPr>
          <a:xfrm>
            <a:off x="0" y="0"/>
            <a:ext cx="9143640" cy="5159520"/>
          </a:xfrm>
          <a:prstGeom prst="rect">
            <a:avLst/>
          </a:prstGeom>
          <a:solidFill>
            <a:schemeClr val="accent3"/>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PlaceHolder 1"/>
          <p:cNvSpPr>
            <a:spLocks noGrp="1"/>
          </p:cNvSpPr>
          <p:nvPr>
            <p:ph type="title" hasCustomPrompt="1"/>
          </p:nvPr>
        </p:nvSpPr>
        <p:spPr>
          <a:xfrm>
            <a:off x="1388160" y="1307160"/>
            <a:ext cx="6367320" cy="2529000"/>
          </a:xfrm>
          <a:prstGeom prst="rect">
            <a:avLst/>
          </a:prstGeom>
          <a:noFill/>
          <a:ln w="0">
            <a:noFill/>
          </a:ln>
        </p:spPr>
        <p:txBody>
          <a:bodyPr lIns="91440" tIns="91440" rIns="91440" bIns="91440" anchor="ctr">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4" name="Google Shape;39;p9"/>
          <p:cNvSpPr/>
          <p:nvPr/>
        </p:nvSpPr>
        <p:spPr>
          <a:xfrm>
            <a:off x="0" y="0"/>
            <a:ext cx="9143640" cy="5159520"/>
          </a:xfrm>
          <a:prstGeom prst="rect">
            <a:avLst/>
          </a:prstGeom>
          <a:solidFill>
            <a:schemeClr val="accent2"/>
          </a:solidFill>
          <a:ln w="0">
            <a:noFill/>
          </a:ln>
        </p:spPr>
        <p:style>
          <a:lnRef idx="0">
            <a:srgbClr val="FFFFFF"/>
          </a:lnRef>
          <a:fillRef idx="0">
            <a:srgbClr val="FFFFFF"/>
          </a:fillRef>
          <a:effectRef idx="0">
            <a:srgbClr val="FFFFFF"/>
          </a:effectRef>
          <a:fontRef idx="minor"/>
        </p:style>
        <p:txBody>
          <a:bodyPr tIns="91440" bIns="91440" anchor="ctr">
            <a:noAutofit/>
          </a:bodyPr>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PlaceHolder 1"/>
          <p:cNvSpPr>
            <a:spLocks noGrp="1"/>
          </p:cNvSpPr>
          <p:nvPr>
            <p:ph type="title" hasCustomPrompt="1"/>
          </p:nvPr>
        </p:nvSpPr>
        <p:spPr>
          <a:xfrm>
            <a:off x="720000" y="444960"/>
            <a:ext cx="7703640" cy="572400"/>
          </a:xfrm>
          <a:prstGeom prst="rect">
            <a:avLst/>
          </a:prstGeom>
          <a:noFill/>
          <a:ln w="0">
            <a:noFill/>
          </a:ln>
        </p:spPr>
        <p:txBody>
          <a:bodyPr lIns="91440" tIns="91440" rIns="91440" bIns="91440" anchor="t">
            <a:noAutofit/>
          </a:bodyPr>
          <a:p>
            <a:pPr indent="0">
              <a:buNone/>
            </a:pPr>
            <a:r>
              <a:rPr lang="fr-FR" sz="2600" b="0" u="none" strike="noStrike">
                <a:solidFill>
                  <a:schemeClr val="dk1"/>
                </a:solidFill>
                <a:effectLst/>
                <a:uFillTx/>
                <a:latin typeface="Arial" panose="020B0604020202020204"/>
              </a:rPr>
              <a:t>Click to edit the title text format</a:t>
            </a:r>
            <a:endParaRPr lang="fr-FR" sz="2600" b="0" u="none" strike="noStrike">
              <a:solidFill>
                <a:schemeClr val="dk1"/>
              </a:solidFill>
              <a:effectLst/>
              <a:uFillTx/>
              <a:latin typeface="Arial" panose="020B0604020202020204"/>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6" name="PlaceHolder 1"/>
          <p:cNvSpPr>
            <a:spLocks noGrp="1"/>
          </p:cNvSpPr>
          <p:nvPr>
            <p:ph type="body" hasCustomPrompt="1"/>
          </p:nvPr>
        </p:nvSpPr>
        <p:spPr>
          <a:xfrm>
            <a:off x="0" y="0"/>
            <a:ext cx="9143640" cy="5143320"/>
          </a:xfrm>
          <a:prstGeom prst="rect">
            <a:avLst/>
          </a:prstGeom>
          <a:noFill/>
          <a:ln w="0">
            <a:noFill/>
          </a:ln>
        </p:spPr>
        <p:txBody>
          <a:bodyPr lIns="90000" tIns="45000" rIns="90000" bIns="45000" anchor="t">
            <a:normAutofit/>
          </a:bodyPr>
          <a:p>
            <a:pPr marL="431800" indent="-323850">
              <a:spcBef>
                <a:spcPts val="141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
        <p:nvSpPr>
          <p:cNvPr id="67" name="PlaceHolder 2"/>
          <p:cNvSpPr>
            <a:spLocks noGrp="1"/>
          </p:cNvSpPr>
          <p:nvPr>
            <p:ph type="title" hasCustomPrompt="1"/>
          </p:nvPr>
        </p:nvSpPr>
        <p:spPr>
          <a:xfrm>
            <a:off x="228600" y="4521240"/>
            <a:ext cx="2822400" cy="393120"/>
          </a:xfrm>
          <a:prstGeom prst="rect">
            <a:avLst/>
          </a:prstGeom>
          <a:solidFill>
            <a:schemeClr val="accent2"/>
          </a:solidFill>
          <a:ln w="0">
            <a:noFill/>
          </a:ln>
        </p:spPr>
        <p:txBody>
          <a:bodyPr lIns="91440" tIns="91440" rIns="91440" bIns="91440" anchor="t">
            <a:noAutofit/>
          </a:bodyPr>
          <a:p>
            <a:pPr indent="0">
              <a:buNone/>
            </a:pPr>
            <a:r>
              <a:rPr lang="fr-FR" sz="1000" b="0" u="none" strike="noStrike">
                <a:solidFill>
                  <a:schemeClr val="dk1"/>
                </a:solidFill>
                <a:effectLst/>
                <a:uFillTx/>
                <a:latin typeface="Arial" panose="020B0604020202020204"/>
              </a:rPr>
              <a:t>Click to edit the title text format</a:t>
            </a:r>
            <a:endParaRPr lang="fr-FR" sz="1000" b="0" u="none" strike="noStrike">
              <a:solidFill>
                <a:schemeClr val="dk1"/>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3" Type="http://schemas.openxmlformats.org/officeDocument/2006/relationships/theme" Target="../theme/theme3.xml"/><Relationship Id="rId22" Type="http://schemas.openxmlformats.org/officeDocument/2006/relationships/slideLayout" Target="../slideLayouts/slideLayout47.xml"/><Relationship Id="rId21" Type="http://schemas.openxmlformats.org/officeDocument/2006/relationships/slideLayout" Target="../slideLayouts/slideLayout46.xml"/><Relationship Id="rId20" Type="http://schemas.openxmlformats.org/officeDocument/2006/relationships/slideLayout" Target="../slideLayouts/slideLayout45.xml"/><Relationship Id="rId2" Type="http://schemas.openxmlformats.org/officeDocument/2006/relationships/slideLayout" Target="../slideLayouts/slideLayout27.xml"/><Relationship Id="rId19" Type="http://schemas.openxmlformats.org/officeDocument/2006/relationships/slideLayout" Target="../slideLayouts/slideLayout44.xml"/><Relationship Id="rId18" Type="http://schemas.openxmlformats.org/officeDocument/2006/relationships/slideLayout" Target="../slideLayouts/slideLayout43.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oogle Shape;139;p28"/>
          <p:cNvGrpSpPr/>
          <p:nvPr/>
        </p:nvGrpSpPr>
        <p:grpSpPr>
          <a:xfrm>
            <a:off x="1524600" y="-18360"/>
            <a:ext cx="7680600" cy="5223960"/>
            <a:chOff x="1524600" y="-18360"/>
            <a:chExt cx="7680600" cy="5223960"/>
          </a:xfrm>
        </p:grpSpPr>
        <p:cxnSp>
          <p:nvCxnSpPr>
            <p:cNvPr id="74" name="Google Shape;140;p28"/>
            <p:cNvCxnSpPr/>
            <p:nvPr/>
          </p:nvCxnSpPr>
          <p:spPr>
            <a:xfrm>
              <a:off x="1536120" y="-18360"/>
              <a:ext cx="360" cy="5224320"/>
            </a:xfrm>
            <a:prstGeom prst="straightConnector1">
              <a:avLst/>
            </a:prstGeom>
            <a:ln w="9525">
              <a:solidFill>
                <a:srgbClr val="FFFFFF"/>
              </a:solidFill>
              <a:round/>
            </a:ln>
          </p:spPr>
        </p:cxnSp>
        <p:cxnSp>
          <p:nvCxnSpPr>
            <p:cNvPr id="75" name="Google Shape;141;p28"/>
            <p:cNvCxnSpPr/>
            <p:nvPr/>
          </p:nvCxnSpPr>
          <p:spPr>
            <a:xfrm flipH="1">
              <a:off x="1524600" y="3939480"/>
              <a:ext cx="7680960" cy="360"/>
            </a:xfrm>
            <a:prstGeom prst="straightConnector1">
              <a:avLst/>
            </a:prstGeom>
            <a:ln w="9525">
              <a:solidFill>
                <a:srgbClr val="FFFFFF"/>
              </a:solidFill>
              <a:round/>
            </a:ln>
          </p:spPr>
        </p:cxnSp>
      </p:grpSp>
      <p:sp>
        <p:nvSpPr>
          <p:cNvPr id="76" name="PlaceHolder 1"/>
          <p:cNvSpPr>
            <a:spLocks noGrp="1"/>
          </p:cNvSpPr>
          <p:nvPr>
            <p:ph type="title"/>
          </p:nvPr>
        </p:nvSpPr>
        <p:spPr>
          <a:xfrm>
            <a:off x="2219400" y="1276200"/>
            <a:ext cx="6324120" cy="2457000"/>
          </a:xfrm>
          <a:prstGeom prst="rect">
            <a:avLst/>
          </a:prstGeom>
          <a:noFill/>
          <a:ln w="0">
            <a:noFill/>
          </a:ln>
        </p:spPr>
        <p:txBody>
          <a:bodyPr lIns="91440" tIns="91440" rIns="91440" bIns="91440" anchor="b">
            <a:normAutofit/>
          </a:bodyPr>
          <a:p>
            <a:pPr indent="0" algn="r">
              <a:lnSpc>
                <a:spcPct val="80000"/>
              </a:lnSpc>
              <a:buNone/>
              <a:tabLst>
                <a:tab pos="0" algn="l"/>
              </a:tabLst>
            </a:pPr>
            <a:r>
              <a:rPr lang="en-US" sz="6600" b="0" u="none" strike="noStrike">
                <a:solidFill>
                  <a:schemeClr val="accent1"/>
                </a:solidFill>
                <a:effectLst/>
                <a:uFillTx/>
                <a:latin typeface="Zalando Sans Expanded ExtraLight"/>
                <a:ea typeface="Zalando Sans Expanded ExtraLight"/>
              </a:rPr>
              <a:t>Fashion</a:t>
            </a:r>
            <a:r>
              <a:rPr lang="en-US" sz="8300" b="0" u="none" strike="noStrike">
                <a:solidFill>
                  <a:schemeClr val="accent1"/>
                </a:solidFill>
                <a:effectLst/>
                <a:uFillTx/>
                <a:latin typeface="Zalando Sans Expanded Medium"/>
                <a:ea typeface="Zalando Sans Expanded ExtraLight"/>
              </a:rPr>
              <a:t> AI</a:t>
            </a:r>
            <a:endParaRPr lang="fr-FR" sz="8300" b="0" u="none" strike="noStrike">
              <a:solidFill>
                <a:schemeClr val="dk1"/>
              </a:solidFill>
              <a:effectLst/>
              <a:uFillTx/>
              <a:latin typeface="Arial" panose="020B0604020202020204"/>
            </a:endParaRPr>
          </a:p>
        </p:txBody>
      </p:sp>
      <p:sp>
        <p:nvSpPr>
          <p:cNvPr id="77" name="PlaceHolder 2"/>
          <p:cNvSpPr>
            <a:spLocks noGrp="1"/>
          </p:cNvSpPr>
          <p:nvPr>
            <p:ph type="subTitle"/>
          </p:nvPr>
        </p:nvSpPr>
        <p:spPr>
          <a:xfrm>
            <a:off x="5934240" y="4219560"/>
            <a:ext cx="2609640" cy="561600"/>
          </a:xfrm>
          <a:prstGeom prst="rect">
            <a:avLst/>
          </a:prstGeom>
          <a:noFill/>
          <a:ln w="0">
            <a:noFill/>
          </a:ln>
        </p:spPr>
        <p:txBody>
          <a:bodyPr lIns="91440" tIns="91440" rIns="91440" bIns="91440" anchor="t">
            <a:normAutofit/>
          </a:bodyPr>
          <a:p>
            <a:pPr indent="0" algn="r">
              <a:lnSpc>
                <a:spcPct val="100000"/>
              </a:lnSpc>
              <a:buNone/>
              <a:tabLst>
                <a:tab pos="0" algn="l"/>
              </a:tabLst>
            </a:pPr>
            <a:r>
              <a:rPr lang="en-US" sz="1000" b="0" u="none" strike="noStrike">
                <a:solidFill>
                  <a:schemeClr val="accent1"/>
                </a:solidFill>
                <a:effectLst/>
                <a:uFillTx/>
                <a:latin typeface="Arial" panose="020B0604020202020204"/>
                <a:ea typeface="Arial" panose="020B0604020202020204"/>
              </a:rPr>
              <a:t>Exact Shade + Visual Search</a:t>
            </a:r>
            <a:endParaRPr lang="en-US" sz="1000" b="0" u="none" strike="noStrike">
              <a:solidFill>
                <a:srgbClr val="000000"/>
              </a:solidFill>
              <a:effectLst/>
              <a:uFillTx/>
              <a:latin typeface="OpenSymbol"/>
            </a:endParaRPr>
          </a:p>
        </p:txBody>
      </p:sp>
      <p:sp>
        <p:nvSpPr>
          <p:cNvPr id="78" name="Google Shape;144;p28"/>
          <p:cNvSpPr/>
          <p:nvPr/>
        </p:nvSpPr>
        <p:spPr>
          <a:xfrm>
            <a:off x="132715" y="123825"/>
            <a:ext cx="1244600" cy="923290"/>
          </a:xfrm>
          <a:prstGeom prst="rect">
            <a:avLst/>
          </a:prstGeom>
          <a:noFill/>
          <a:ln w="0">
            <a:noFill/>
          </a:ln>
        </p:spPr>
        <p:style>
          <a:lnRef idx="0">
            <a:srgbClr val="FFFFFF"/>
          </a:lnRef>
          <a:fillRef idx="0">
            <a:srgbClr val="FFFFFF"/>
          </a:fillRef>
          <a:effectRef idx="0">
            <a:srgbClr val="FFFFFF"/>
          </a:effectRef>
          <a:fontRef idx="minor"/>
        </p:style>
        <p:txBody>
          <a:bodyPr wrap="square" lIns="0" tIns="0" rIns="0" bIns="0" anchor="t">
            <a:spAutoFit/>
          </a:bodyPr>
          <a:p>
            <a:pPr defTabSz="914400">
              <a:lnSpc>
                <a:spcPct val="100000"/>
              </a:lnSpc>
              <a:tabLst>
                <a:tab pos="0" algn="l"/>
              </a:tabLst>
            </a:pPr>
            <a:r>
              <a:rPr lang="en-US" altLang="en-GB" sz="1200" b="0" u="none" strike="noStrike">
                <a:solidFill>
                  <a:schemeClr val="accent2"/>
                </a:solidFill>
                <a:effectLst/>
                <a:uFillTx/>
                <a:latin typeface="Arial" panose="020B0604020202020204"/>
              </a:rPr>
              <a:t>23PD02</a:t>
            </a:r>
            <a:endParaRPr lang="en-US" altLang="en-GB" sz="1200" b="0" u="none" strike="noStrike">
              <a:solidFill>
                <a:schemeClr val="accent2"/>
              </a:solidFill>
              <a:effectLst/>
              <a:uFillTx/>
              <a:latin typeface="Arial" panose="020B0604020202020204"/>
            </a:endParaRPr>
          </a:p>
          <a:p>
            <a:pPr defTabSz="914400">
              <a:lnSpc>
                <a:spcPct val="100000"/>
              </a:lnSpc>
              <a:tabLst>
                <a:tab pos="0" algn="l"/>
              </a:tabLst>
            </a:pPr>
            <a:r>
              <a:rPr lang="en-US" altLang="en-GB" sz="1200" b="0" u="none" strike="noStrike">
                <a:solidFill>
                  <a:schemeClr val="accent2"/>
                </a:solidFill>
                <a:effectLst/>
                <a:uFillTx/>
                <a:latin typeface="Arial" panose="020B0604020202020204"/>
              </a:rPr>
              <a:t>ADARSH S</a:t>
            </a:r>
            <a:endParaRPr lang="en-US" altLang="en-GB" sz="1200" b="0" u="none" strike="noStrike">
              <a:solidFill>
                <a:schemeClr val="accent2"/>
              </a:solidFill>
              <a:effectLst/>
              <a:uFillTx/>
              <a:latin typeface="Arial" panose="020B0604020202020204"/>
            </a:endParaRPr>
          </a:p>
          <a:p>
            <a:pPr defTabSz="914400">
              <a:lnSpc>
                <a:spcPct val="100000"/>
              </a:lnSpc>
              <a:tabLst>
                <a:tab pos="0" algn="l"/>
              </a:tabLst>
            </a:pPr>
            <a:endParaRPr lang="en-US" altLang="en-GB" sz="1200" b="0" u="none" strike="noStrike">
              <a:solidFill>
                <a:schemeClr val="accent2"/>
              </a:solidFill>
              <a:effectLst/>
              <a:uFillTx/>
              <a:latin typeface="Arial" panose="020B0604020202020204"/>
            </a:endParaRPr>
          </a:p>
          <a:p>
            <a:pPr defTabSz="914400">
              <a:lnSpc>
                <a:spcPct val="100000"/>
              </a:lnSpc>
              <a:tabLst>
                <a:tab pos="0" algn="l"/>
              </a:tabLst>
            </a:pPr>
            <a:r>
              <a:rPr lang="en-US" altLang="en-GB" sz="1200" b="0" u="none" strike="noStrike">
                <a:solidFill>
                  <a:schemeClr val="accent2"/>
                </a:solidFill>
                <a:effectLst/>
                <a:uFillTx/>
                <a:latin typeface="Arial" panose="020B0604020202020204"/>
              </a:rPr>
              <a:t>23PD14</a:t>
            </a:r>
            <a:endParaRPr lang="en-US" altLang="en-GB" sz="1200" b="0" u="none" strike="noStrike">
              <a:solidFill>
                <a:schemeClr val="accent2"/>
              </a:solidFill>
              <a:effectLst/>
              <a:uFillTx/>
              <a:latin typeface="Arial" panose="020B0604020202020204"/>
            </a:endParaRPr>
          </a:p>
          <a:p>
            <a:pPr defTabSz="914400">
              <a:lnSpc>
                <a:spcPct val="100000"/>
              </a:lnSpc>
              <a:tabLst>
                <a:tab pos="0" algn="l"/>
              </a:tabLst>
            </a:pPr>
            <a:r>
              <a:rPr lang="en-US" altLang="en-GB" sz="1200" b="0" u="none" strike="noStrike">
                <a:solidFill>
                  <a:schemeClr val="accent2"/>
                </a:solidFill>
                <a:effectLst/>
                <a:uFillTx/>
                <a:latin typeface="Arial" panose="020B0604020202020204"/>
              </a:rPr>
              <a:t>HARINI SREE S</a:t>
            </a:r>
            <a:endParaRPr lang="en-US" altLang="en-GB" sz="1200" b="0" u="none" strike="noStrike">
              <a:solidFill>
                <a:schemeClr val="accent2"/>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80"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lang="en-US" sz="2600" b="0" u="none" strike="noStrike">
                <a:solidFill>
                  <a:schemeClr val="dk1"/>
                </a:solidFill>
                <a:effectLst/>
                <a:uFillTx/>
                <a:latin typeface="Zalando Sans Expanded ExtraLight"/>
                <a:ea typeface="Zalando Sans Expanded ExtraLight"/>
              </a:rPr>
              <a:t>Introduction</a:t>
            </a:r>
            <a:endParaRPr lang="fr-FR" sz="2600" b="0" u="none" strike="noStrike">
              <a:solidFill>
                <a:schemeClr val="dk1"/>
              </a:solidFill>
              <a:effectLst/>
              <a:uFillTx/>
              <a:latin typeface="Arial" panose="020B0604020202020204"/>
            </a:endParaRPr>
          </a:p>
        </p:txBody>
      </p:sp>
      <p:sp>
        <p:nvSpPr>
          <p:cNvPr id="81" name="PlaceHolder 2"/>
          <p:cNvSpPr>
            <a:spLocks noGrp="1"/>
          </p:cNvSpPr>
          <p:nvPr>
            <p:ph/>
          </p:nvPr>
        </p:nvSpPr>
        <p:spPr>
          <a:xfrm>
            <a:off x="942840" y="2305080"/>
            <a:ext cx="4362120" cy="1914120"/>
          </a:xfrm>
          <a:prstGeom prst="rect">
            <a:avLst/>
          </a:prstGeom>
          <a:noFill/>
          <a:ln w="0">
            <a:noFill/>
          </a:ln>
        </p:spPr>
        <p:txBody>
          <a:bodyPr lIns="91440" tIns="91440" rIns="91440" bIns="91440" anchor="t">
            <a:normAutofit fontScale="92500" lnSpcReduction="19999"/>
          </a:bodyPr>
          <a:p>
            <a:pPr indent="0">
              <a:lnSpc>
                <a:spcPct val="150000"/>
              </a:lnSpc>
              <a:buNone/>
              <a:tabLst>
                <a:tab pos="0" algn="l"/>
              </a:tabLst>
            </a:pPr>
            <a:r>
              <a:rPr lang="en-US" sz="1400" b="0" u="none" strike="noStrike">
                <a:solidFill>
                  <a:schemeClr val="dk1"/>
                </a:solidFill>
                <a:effectLst/>
                <a:uFillTx/>
                <a:latin typeface="Arial" panose="020B0604020202020204"/>
                <a:ea typeface="Arial" panose="020B0604020202020204"/>
              </a:rPr>
              <a:t>This presentation showcases an end-to-end machine learning pipeline developed using the Myntra 44k dataset. It enables users to upload a photo or enter a text query like “navy blue t-shirt” and receive highly accurate visual matches within seconds. The focus is on precise color matching combined with item-type classification to enhance user experience and reduce shopping friction.</a:t>
            </a:r>
            <a:endParaRPr lang="fr-FR" sz="1400" b="0" u="none" strike="noStrike">
              <a:solidFill>
                <a:srgbClr val="000000"/>
              </a:solidFill>
              <a:effectLst/>
              <a:uFillTx/>
              <a:latin typeface="Arial" panose="020B0604020202020204"/>
            </a:endParaRPr>
          </a:p>
        </p:txBody>
      </p:sp>
      <p:cxnSp>
        <p:nvCxnSpPr>
          <p:cNvPr id="82" name="Google Shape;220;p31"/>
          <p:cNvCxnSpPr/>
          <p:nvPr/>
        </p:nvCxnSpPr>
        <p:spPr>
          <a:xfrm flipH="1">
            <a:off x="0" y="1690560"/>
            <a:ext cx="6345360" cy="360"/>
          </a:xfrm>
          <a:prstGeom prst="straightConnector1">
            <a:avLst/>
          </a:prstGeom>
          <a:ln w="9525">
            <a:solidFill>
              <a:srgbClr val="000000"/>
            </a:solidFill>
            <a:round/>
          </a:ln>
        </p:spPr>
      </p:cxnSp>
      <p:cxnSp>
        <p:nvCxnSpPr>
          <p:cNvPr id="83"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Google Shape;226;p32"/>
          <p:cNvGrpSpPr/>
          <p:nvPr/>
        </p:nvGrpSpPr>
        <p:grpSpPr>
          <a:xfrm>
            <a:off x="1870200" y="-18360"/>
            <a:ext cx="7335000" cy="5223960"/>
            <a:chOff x="1870200" y="-18360"/>
            <a:chExt cx="7335000" cy="5223960"/>
          </a:xfrm>
        </p:grpSpPr>
        <p:cxnSp>
          <p:nvCxnSpPr>
            <p:cNvPr id="85" name="Google Shape;227;p32"/>
            <p:cNvCxnSpPr/>
            <p:nvPr/>
          </p:nvCxnSpPr>
          <p:spPr>
            <a:xfrm>
              <a:off x="1882080" y="-18360"/>
              <a:ext cx="360" cy="5224320"/>
            </a:xfrm>
            <a:prstGeom prst="straightConnector1">
              <a:avLst/>
            </a:prstGeom>
            <a:ln w="9525">
              <a:solidFill>
                <a:srgbClr val="FFFFFF"/>
              </a:solidFill>
              <a:round/>
            </a:ln>
          </p:spPr>
        </p:cxnSp>
        <p:cxnSp>
          <p:nvCxnSpPr>
            <p:cNvPr id="86" name="Google Shape;228;p32"/>
            <p:cNvCxnSpPr/>
            <p:nvPr/>
          </p:nvCxnSpPr>
          <p:spPr>
            <a:xfrm flipH="1">
              <a:off x="1870200" y="2844000"/>
              <a:ext cx="7335360" cy="360"/>
            </a:xfrm>
            <a:prstGeom prst="straightConnector1">
              <a:avLst/>
            </a:prstGeom>
            <a:ln w="9525">
              <a:solidFill>
                <a:srgbClr val="FFFFFF"/>
              </a:solidFill>
              <a:round/>
            </a:ln>
          </p:spPr>
        </p:cxnSp>
      </p:grpSp>
      <p:sp>
        <p:nvSpPr>
          <p:cNvPr id="87" name="PlaceHolder 1"/>
          <p:cNvSpPr>
            <a:spLocks noGrp="1"/>
          </p:cNvSpPr>
          <p:nvPr>
            <p:ph type="title"/>
          </p:nvPr>
        </p:nvSpPr>
        <p:spPr>
          <a:xfrm>
            <a:off x="2666880" y="3400560"/>
            <a:ext cx="6133680" cy="1056960"/>
          </a:xfrm>
          <a:prstGeom prst="rect">
            <a:avLst/>
          </a:prstGeom>
          <a:noFill/>
          <a:ln w="0">
            <a:noFill/>
          </a:ln>
        </p:spPr>
        <p:txBody>
          <a:bodyPr lIns="91440" tIns="91440" rIns="91440" bIns="91440" anchor="ctr">
            <a:normAutofit/>
          </a:bodyPr>
          <a:p>
            <a:pPr indent="0" algn="r">
              <a:lnSpc>
                <a:spcPct val="80000"/>
              </a:lnSpc>
              <a:buNone/>
              <a:tabLst>
                <a:tab pos="0" algn="l"/>
              </a:tabLst>
            </a:pPr>
            <a:r>
              <a:rPr lang="en-US" sz="4600" b="0" u="none" strike="noStrike">
                <a:solidFill>
                  <a:schemeClr val="accent1"/>
                </a:solidFill>
                <a:effectLst/>
                <a:uFillTx/>
                <a:latin typeface="Zalando Sans Expanded ExtraLight"/>
                <a:ea typeface="Zalando Sans Expanded ExtraLight"/>
              </a:rPr>
              <a:t>Problem and</a:t>
            </a:r>
            <a:r>
              <a:rPr lang="en-US" sz="4600" b="0" u="none" strike="noStrike">
                <a:solidFill>
                  <a:schemeClr val="accent1"/>
                </a:solidFill>
                <a:effectLst/>
                <a:uFillTx/>
                <a:latin typeface="Zalando Sans Expanded Medium"/>
                <a:ea typeface="Zalando Sans Expanded ExtraLight"/>
              </a:rPr>
              <a:t> Demonstration</a:t>
            </a:r>
            <a:endParaRPr lang="fr-FR" sz="4600" b="0" u="none" strike="noStrike">
              <a:solidFill>
                <a:schemeClr val="dk1"/>
              </a:solidFill>
              <a:effectLst/>
              <a:uFillTx/>
              <a:latin typeface="Arial" panose="020B0604020202020204"/>
            </a:endParaRPr>
          </a:p>
        </p:txBody>
      </p:sp>
      <p:sp>
        <p:nvSpPr>
          <p:cNvPr id="88" name="PlaceHolder 2"/>
          <p:cNvSpPr>
            <a:spLocks noGrp="1"/>
          </p:cNvSpPr>
          <p:nvPr>
            <p:ph type="title"/>
          </p:nvPr>
        </p:nvSpPr>
        <p:spPr>
          <a:xfrm>
            <a:off x="333360" y="228600"/>
            <a:ext cx="1266480" cy="1266480"/>
          </a:xfrm>
          <a:prstGeom prst="rect">
            <a:avLst/>
          </a:prstGeom>
          <a:noFill/>
          <a:ln w="0">
            <a:noFill/>
          </a:ln>
        </p:spPr>
        <p:txBody>
          <a:bodyPr lIns="91440" tIns="91440" rIns="91440" bIns="91440" anchor="ctr">
            <a:normAutofit/>
          </a:bodyPr>
          <a:p>
            <a:pPr indent="0" algn="ctr">
              <a:lnSpc>
                <a:spcPct val="100000"/>
              </a:lnSpc>
              <a:buNone/>
              <a:tabLst>
                <a:tab pos="0" algn="l"/>
              </a:tabLst>
            </a:pPr>
            <a:r>
              <a:rPr lang="en-US" sz="6000" b="0" u="none" strike="noStrike">
                <a:solidFill>
                  <a:schemeClr val="accent2"/>
                </a:solidFill>
                <a:effectLst/>
                <a:uFillTx/>
                <a:latin typeface="Zalando Sans Expanded Medium"/>
                <a:ea typeface="Zalando Sans Expanded Medium"/>
              </a:rPr>
              <a:t>01</a:t>
            </a:r>
            <a:endParaRPr lang="fr-FR" sz="6000" b="0" u="none" strike="noStrike">
              <a:solidFill>
                <a:schemeClr val="dk1"/>
              </a:solidFill>
              <a:effectLst/>
              <a:uFillTx/>
              <a:latin typeface="Arial" panose="020B0604020202020204"/>
            </a:endParaRPr>
          </a:p>
        </p:txBody>
      </p:sp>
      <p:sp>
        <p:nvSpPr>
          <p:cNvPr id="89" name="Google Shape;231;p32"/>
          <p:cNvSpPr/>
          <p:nvPr/>
        </p:nvSpPr>
        <p:spPr>
          <a:xfrm>
            <a:off x="8172360" y="123840"/>
            <a:ext cx="618840" cy="399600"/>
          </a:xfrm>
          <a:prstGeom prst="rect">
            <a:avLst/>
          </a:prstGeom>
          <a:noFill/>
          <a:ln w="0">
            <a:noFill/>
          </a:ln>
        </p:spPr>
        <p:style>
          <a:lnRef idx="0">
            <a:srgbClr val="FFFFFF"/>
          </a:lnRef>
          <a:fillRef idx="0">
            <a:srgbClr val="FFFFFF"/>
          </a:fillRef>
          <a:effectRef idx="0">
            <a:srgbClr val="FFFFFF"/>
          </a:effectRef>
          <a:fontRef idx="minor"/>
        </p:style>
        <p:txBody>
          <a:bodyPr lIns="870823080" tIns="199800" rIns="870823080" bIns="199800" anchor="t">
            <a:spAutoFit/>
          </a:bodyPr>
          <a:p>
            <a:pPr defTabSz="914400">
              <a:lnSpc>
                <a:spcPct val="100000"/>
              </a:lnSpc>
              <a:tabLst>
                <a:tab pos="0" algn="l"/>
              </a:tabLst>
            </a:pPr>
            <a:endParaRPr lang="fr-FR" sz="1800" b="0" u="none" strike="noStrike">
              <a:solidFill>
                <a:schemeClr val="dk1"/>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 name="Google Shape;236;p33"/>
          <p:cNvGrpSpPr/>
          <p:nvPr/>
        </p:nvGrpSpPr>
        <p:grpSpPr>
          <a:xfrm>
            <a:off x="-43560" y="-18360"/>
            <a:ext cx="8695080" cy="5223960"/>
            <a:chOff x="-43560" y="-18360"/>
            <a:chExt cx="8695080" cy="5223960"/>
          </a:xfrm>
        </p:grpSpPr>
        <p:cxnSp>
          <p:nvCxnSpPr>
            <p:cNvPr id="91" name="Google Shape;237;p33"/>
            <p:cNvCxnSpPr/>
            <p:nvPr/>
          </p:nvCxnSpPr>
          <p:spPr>
            <a:xfrm>
              <a:off x="8646120" y="-18360"/>
              <a:ext cx="360" cy="5224320"/>
            </a:xfrm>
            <a:prstGeom prst="straightConnector1">
              <a:avLst/>
            </a:prstGeom>
            <a:ln w="9525">
              <a:solidFill>
                <a:srgbClr val="000000"/>
              </a:solidFill>
              <a:round/>
            </a:ln>
          </p:spPr>
        </p:cxnSp>
        <p:cxnSp>
          <p:nvCxnSpPr>
            <p:cNvPr id="92" name="Google Shape;238;p33"/>
            <p:cNvCxnSpPr/>
            <p:nvPr/>
          </p:nvCxnSpPr>
          <p:spPr>
            <a:xfrm flipH="1">
              <a:off x="-43560" y="2094120"/>
              <a:ext cx="8695440" cy="360"/>
            </a:xfrm>
            <a:prstGeom prst="straightConnector1">
              <a:avLst/>
            </a:prstGeom>
            <a:ln w="9525">
              <a:solidFill>
                <a:srgbClr val="000000"/>
              </a:solidFill>
              <a:round/>
            </a:ln>
          </p:spPr>
        </p:cxnSp>
      </p:grpSp>
      <p:sp>
        <p:nvSpPr>
          <p:cNvPr id="93" name="PlaceHolder 1"/>
          <p:cNvSpPr>
            <a:spLocks noGrp="1"/>
          </p:cNvSpPr>
          <p:nvPr>
            <p:ph type="title"/>
          </p:nvPr>
        </p:nvSpPr>
        <p:spPr>
          <a:xfrm>
            <a:off x="419040" y="476280"/>
            <a:ext cx="7486200" cy="1209240"/>
          </a:xfrm>
          <a:prstGeom prst="rect">
            <a:avLst/>
          </a:prstGeom>
          <a:noFill/>
          <a:ln w="0">
            <a:noFill/>
          </a:ln>
        </p:spPr>
        <p:txBody>
          <a:bodyPr lIns="91440" tIns="91440" rIns="91440" bIns="91440" anchor="t">
            <a:normAutofit/>
          </a:bodyPr>
          <a:p>
            <a:pPr indent="0">
              <a:lnSpc>
                <a:spcPct val="80000"/>
              </a:lnSpc>
              <a:buNone/>
              <a:tabLst>
                <a:tab pos="0" algn="l"/>
              </a:tabLst>
            </a:pPr>
            <a:r>
              <a:rPr lang="en-US" sz="4000" b="0" u="none" strike="noStrike">
                <a:solidFill>
                  <a:schemeClr val="dk1"/>
                </a:solidFill>
                <a:effectLst/>
                <a:uFillTx/>
                <a:latin typeface="Zalando Sans Expanded ExtraLight"/>
                <a:ea typeface="Zalando Sans Expanded ExtraLight"/>
              </a:rPr>
              <a:t>Importance of exact shade</a:t>
            </a:r>
            <a:r>
              <a:rPr lang="en-US" sz="4000" b="0" u="none" strike="noStrike">
                <a:solidFill>
                  <a:schemeClr val="dk1"/>
                </a:solidFill>
                <a:effectLst/>
                <a:uFillTx/>
                <a:latin typeface="Zalando Sans Expanded Medium"/>
                <a:ea typeface="Zalando Sans Expanded ExtraLight"/>
              </a:rPr>
              <a:t> matching</a:t>
            </a:r>
            <a:endParaRPr lang="fr-FR" sz="4000" b="0" u="none" strike="noStrike">
              <a:solidFill>
                <a:schemeClr val="dk1"/>
              </a:solidFill>
              <a:effectLst/>
              <a:uFillTx/>
              <a:latin typeface="Arial" panose="020B0604020202020204"/>
            </a:endParaRPr>
          </a:p>
        </p:txBody>
      </p:sp>
      <p:sp>
        <p:nvSpPr>
          <p:cNvPr id="94" name="PlaceHolder 2"/>
          <p:cNvSpPr>
            <a:spLocks noGrp="1"/>
          </p:cNvSpPr>
          <p:nvPr>
            <p:ph type="subTitle"/>
          </p:nvPr>
        </p:nvSpPr>
        <p:spPr>
          <a:xfrm>
            <a:off x="2905200" y="2400480"/>
            <a:ext cx="5562360" cy="229500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Users often seek an </a:t>
            </a:r>
            <a:r>
              <a:rPr lang="en-US" sz="1200" b="0" i="1" u="none" strike="noStrike">
                <a:solidFill>
                  <a:schemeClr val="dk1"/>
                </a:solidFill>
                <a:effectLst/>
                <a:uFillTx/>
                <a:latin typeface="Arial" panose="020B0604020202020204"/>
                <a:ea typeface="Arial" panose="020B0604020202020204"/>
              </a:rPr>
              <a:t>exact color match</a:t>
            </a:r>
            <a:r>
              <a:rPr lang="en-US" sz="1200" b="0" u="none" strike="noStrike">
                <a:solidFill>
                  <a:schemeClr val="dk1"/>
                </a:solidFill>
                <a:effectLst/>
                <a:uFillTx/>
                <a:latin typeface="Arial" panose="020B0604020202020204"/>
                <a:ea typeface="Arial" panose="020B0604020202020204"/>
              </a:rPr>
              <a:t>, especially for specific shades such as navy versus royal blue. Achieving high fidelity in shade recognition is critical for delivering relevant product recommendations that align exactly with user expectations. This precision supports improved satisfaction and reduces misdirected choices in fashion e-commerce.</a:t>
            </a:r>
            <a:endParaRPr lang="en-US" sz="1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96"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lang="en-US" sz="2600" b="0" u="none" strike="noStrike">
                <a:solidFill>
                  <a:schemeClr val="dk1"/>
                </a:solidFill>
                <a:effectLst/>
                <a:uFillTx/>
                <a:latin typeface="Zalando Sans Expanded ExtraLight"/>
                <a:ea typeface="Zalando Sans Expanded ExtraLight"/>
              </a:rPr>
              <a:t>Impact on cart</a:t>
            </a:r>
            <a:r>
              <a:rPr lang="en-US" sz="2600" b="0" u="none" strike="noStrike">
                <a:solidFill>
                  <a:schemeClr val="dk1"/>
                </a:solidFill>
                <a:effectLst/>
                <a:uFillTx/>
                <a:latin typeface="Zalando Sans Expanded Medium"/>
                <a:ea typeface="Zalando Sans Expanded ExtraLight"/>
              </a:rPr>
              <a:t> abandonment</a:t>
            </a:r>
            <a:endParaRPr lang="fr-FR" sz="2600" b="0" u="none" strike="noStrike">
              <a:solidFill>
                <a:schemeClr val="dk1"/>
              </a:solidFill>
              <a:effectLst/>
              <a:uFillTx/>
              <a:latin typeface="Arial" panose="020B0604020202020204"/>
            </a:endParaRPr>
          </a:p>
        </p:txBody>
      </p:sp>
      <p:sp>
        <p:nvSpPr>
          <p:cNvPr id="97" name="PlaceHolder 2"/>
          <p:cNvSpPr>
            <a:spLocks noGrp="1"/>
          </p:cNvSpPr>
          <p:nvPr>
            <p:ph/>
          </p:nvPr>
        </p:nvSpPr>
        <p:spPr>
          <a:xfrm>
            <a:off x="942840" y="2305080"/>
            <a:ext cx="4362120" cy="1914120"/>
          </a:xfrm>
          <a:prstGeom prst="rect">
            <a:avLst/>
          </a:prstGeom>
          <a:noFill/>
          <a:ln w="0">
            <a:noFill/>
          </a:ln>
        </p:spPr>
        <p:txBody>
          <a:bodyPr lIns="91440" tIns="91440" rIns="91440" bIns="91440" anchor="t">
            <a:normAutofit lnSpcReduction="9999"/>
          </a:bodyPr>
          <a:p>
            <a:pPr indent="0">
              <a:lnSpc>
                <a:spcPct val="150000"/>
              </a:lnSpc>
              <a:buNone/>
              <a:tabLst>
                <a:tab pos="0" algn="l"/>
              </a:tabLst>
            </a:pPr>
            <a:r>
              <a:rPr lang="en-US" sz="1400" b="0" u="none" strike="noStrike">
                <a:solidFill>
                  <a:schemeClr val="dk1"/>
                </a:solidFill>
                <a:effectLst/>
                <a:uFillTx/>
                <a:latin typeface="Arial" panose="020B0604020202020204"/>
                <a:ea typeface="Arial" panose="020B0604020202020204"/>
              </a:rPr>
              <a:t>Incorrect color matching contributes to a significant </a:t>
            </a:r>
            <a:r>
              <a:rPr lang="en-US" sz="1400" b="1" u="none" strike="noStrike">
                <a:solidFill>
                  <a:schemeClr val="dk1"/>
                </a:solidFill>
                <a:effectLst/>
                <a:uFillTx/>
                <a:latin typeface="Arial" panose="020B0604020202020204"/>
                <a:ea typeface="Arial" panose="020B0604020202020204"/>
              </a:rPr>
              <a:t>42% cart abandonment rate</a:t>
            </a:r>
            <a:r>
              <a:rPr lang="en-US" sz="1400" b="0" u="none" strike="noStrike">
                <a:solidFill>
                  <a:schemeClr val="dk1"/>
                </a:solidFill>
                <a:effectLst/>
                <a:uFillTx/>
                <a:latin typeface="Arial" panose="020B0604020202020204"/>
                <a:ea typeface="Arial" panose="020B0604020202020204"/>
              </a:rPr>
              <a:t>. By ensuring shade accuracy surpassing 92%, we aim to greatly reduce this loss. Enhanced matching increases customer trust and purchase completion rates, making precise shade identification a key driver in conversion optimization.</a:t>
            </a:r>
            <a:endParaRPr lang="fr-FR" sz="1400" b="0" u="none" strike="noStrike">
              <a:solidFill>
                <a:srgbClr val="000000"/>
              </a:solidFill>
              <a:effectLst/>
              <a:uFillTx/>
              <a:latin typeface="Arial" panose="020B0604020202020204"/>
            </a:endParaRPr>
          </a:p>
        </p:txBody>
      </p:sp>
      <p:cxnSp>
        <p:nvCxnSpPr>
          <p:cNvPr id="98" name="Google Shape;220;p31"/>
          <p:cNvCxnSpPr/>
          <p:nvPr/>
        </p:nvCxnSpPr>
        <p:spPr>
          <a:xfrm flipH="1">
            <a:off x="0" y="1690560"/>
            <a:ext cx="6345360" cy="360"/>
          </a:xfrm>
          <a:prstGeom prst="straightConnector1">
            <a:avLst/>
          </a:prstGeom>
          <a:ln w="9525">
            <a:solidFill>
              <a:srgbClr val="000000"/>
            </a:solidFill>
            <a:round/>
          </a:ln>
        </p:spPr>
      </p:cxnSp>
      <p:cxnSp>
        <p:nvCxnSpPr>
          <p:cNvPr id="99"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Google Shape;236;p33"/>
          <p:cNvGrpSpPr/>
          <p:nvPr/>
        </p:nvGrpSpPr>
        <p:grpSpPr>
          <a:xfrm>
            <a:off x="-43560" y="-18360"/>
            <a:ext cx="8695080" cy="5223960"/>
            <a:chOff x="-43560" y="-18360"/>
            <a:chExt cx="8695080" cy="5223960"/>
          </a:xfrm>
        </p:grpSpPr>
        <p:cxnSp>
          <p:nvCxnSpPr>
            <p:cNvPr id="101" name="Google Shape;237;p33"/>
            <p:cNvCxnSpPr/>
            <p:nvPr/>
          </p:nvCxnSpPr>
          <p:spPr>
            <a:xfrm>
              <a:off x="8646120" y="-18360"/>
              <a:ext cx="360" cy="5224320"/>
            </a:xfrm>
            <a:prstGeom prst="straightConnector1">
              <a:avLst/>
            </a:prstGeom>
            <a:ln w="9525">
              <a:solidFill>
                <a:srgbClr val="000000"/>
              </a:solidFill>
              <a:round/>
            </a:ln>
          </p:spPr>
        </p:cxnSp>
        <p:cxnSp>
          <p:nvCxnSpPr>
            <p:cNvPr id="102" name="Google Shape;238;p33"/>
            <p:cNvCxnSpPr/>
            <p:nvPr/>
          </p:nvCxnSpPr>
          <p:spPr>
            <a:xfrm flipH="1">
              <a:off x="-43560" y="2094120"/>
              <a:ext cx="8695440" cy="360"/>
            </a:xfrm>
            <a:prstGeom prst="straightConnector1">
              <a:avLst/>
            </a:prstGeom>
            <a:ln w="9525">
              <a:solidFill>
                <a:srgbClr val="000000"/>
              </a:solidFill>
              <a:round/>
            </a:ln>
          </p:spPr>
        </p:cxnSp>
      </p:grpSp>
      <p:sp>
        <p:nvSpPr>
          <p:cNvPr id="103" name="PlaceHolder 1"/>
          <p:cNvSpPr>
            <a:spLocks noGrp="1"/>
          </p:cNvSpPr>
          <p:nvPr>
            <p:ph type="title"/>
          </p:nvPr>
        </p:nvSpPr>
        <p:spPr>
          <a:xfrm>
            <a:off x="419040" y="476280"/>
            <a:ext cx="7486200" cy="1209240"/>
          </a:xfrm>
          <a:prstGeom prst="rect">
            <a:avLst/>
          </a:prstGeom>
          <a:noFill/>
          <a:ln w="0">
            <a:noFill/>
          </a:ln>
        </p:spPr>
        <p:txBody>
          <a:bodyPr lIns="91440" tIns="91440" rIns="91440" bIns="91440" anchor="t">
            <a:normAutofit/>
          </a:bodyPr>
          <a:p>
            <a:pPr indent="0">
              <a:lnSpc>
                <a:spcPct val="80000"/>
              </a:lnSpc>
              <a:buNone/>
              <a:tabLst>
                <a:tab pos="0" algn="l"/>
              </a:tabLst>
            </a:pPr>
            <a:r>
              <a:rPr lang="en-US" sz="4000" b="0" u="none" strike="noStrike">
                <a:solidFill>
                  <a:schemeClr val="dk1"/>
                </a:solidFill>
                <a:effectLst/>
                <a:uFillTx/>
                <a:latin typeface="Zalando Sans Expanded ExtraLight"/>
                <a:ea typeface="Zalando Sans Expanded ExtraLight"/>
              </a:rPr>
              <a:t>Visual search demo</a:t>
            </a:r>
            <a:r>
              <a:rPr lang="en-US" sz="4000" b="0" u="none" strike="noStrike">
                <a:solidFill>
                  <a:schemeClr val="dk1"/>
                </a:solidFill>
                <a:effectLst/>
                <a:uFillTx/>
                <a:latin typeface="Zalando Sans Expanded Medium"/>
                <a:ea typeface="Zalando Sans Expanded ExtraLight"/>
              </a:rPr>
              <a:t> overview</a:t>
            </a:r>
            <a:endParaRPr lang="fr-FR" sz="4000" b="0" u="none" strike="noStrike">
              <a:solidFill>
                <a:schemeClr val="dk1"/>
              </a:solidFill>
              <a:effectLst/>
              <a:uFillTx/>
              <a:latin typeface="Arial" panose="020B0604020202020204"/>
            </a:endParaRPr>
          </a:p>
        </p:txBody>
      </p:sp>
      <p:sp>
        <p:nvSpPr>
          <p:cNvPr id="104" name="PlaceHolder 2"/>
          <p:cNvSpPr>
            <a:spLocks noGrp="1"/>
          </p:cNvSpPr>
          <p:nvPr>
            <p:ph type="subTitle"/>
          </p:nvPr>
        </p:nvSpPr>
        <p:spPr>
          <a:xfrm>
            <a:off x="2905200" y="2400480"/>
            <a:ext cx="5562360" cy="229500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Our system allows users to upload images or input text queries like “navy blue t-shirt” and instantly retrieve five visually and chromatically similar items. This powerful visual search tool operates in under 0.8 seconds, combining </a:t>
            </a:r>
            <a:r>
              <a:rPr lang="en-US" sz="1200" b="0" i="1" u="none" strike="noStrike">
                <a:solidFill>
                  <a:schemeClr val="dk1"/>
                </a:solidFill>
                <a:effectLst/>
                <a:uFillTx/>
                <a:latin typeface="Arial" panose="020B0604020202020204"/>
                <a:ea typeface="Arial" panose="020B0604020202020204"/>
              </a:rPr>
              <a:t>fast response times</a:t>
            </a:r>
            <a:r>
              <a:rPr lang="en-US" sz="1200" b="0" u="none" strike="noStrike">
                <a:solidFill>
                  <a:schemeClr val="dk1"/>
                </a:solidFill>
                <a:effectLst/>
                <a:uFillTx/>
                <a:latin typeface="Arial" panose="020B0604020202020204"/>
                <a:ea typeface="Arial" panose="020B0604020202020204"/>
              </a:rPr>
              <a:t> with high accuracy, creating a seamless shopping experience that meets precise customer preferences.</a:t>
            </a:r>
            <a:endParaRPr lang="en-US" sz="1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Google Shape;226;p32"/>
          <p:cNvGrpSpPr/>
          <p:nvPr/>
        </p:nvGrpSpPr>
        <p:grpSpPr>
          <a:xfrm>
            <a:off x="1870200" y="-18360"/>
            <a:ext cx="7335000" cy="5223960"/>
            <a:chOff x="1870200" y="-18360"/>
            <a:chExt cx="7335000" cy="5223960"/>
          </a:xfrm>
        </p:grpSpPr>
        <p:cxnSp>
          <p:nvCxnSpPr>
            <p:cNvPr id="106" name="Google Shape;227;p32"/>
            <p:cNvCxnSpPr/>
            <p:nvPr/>
          </p:nvCxnSpPr>
          <p:spPr>
            <a:xfrm>
              <a:off x="1882080" y="-18360"/>
              <a:ext cx="360" cy="5224320"/>
            </a:xfrm>
            <a:prstGeom prst="straightConnector1">
              <a:avLst/>
            </a:prstGeom>
            <a:ln w="9525">
              <a:solidFill>
                <a:srgbClr val="FFFFFF"/>
              </a:solidFill>
              <a:round/>
            </a:ln>
          </p:spPr>
        </p:cxnSp>
        <p:cxnSp>
          <p:nvCxnSpPr>
            <p:cNvPr id="107" name="Google Shape;228;p32"/>
            <p:cNvCxnSpPr/>
            <p:nvPr/>
          </p:nvCxnSpPr>
          <p:spPr>
            <a:xfrm flipH="1">
              <a:off x="1870200" y="2844000"/>
              <a:ext cx="7335360" cy="360"/>
            </a:xfrm>
            <a:prstGeom prst="straightConnector1">
              <a:avLst/>
            </a:prstGeom>
            <a:ln w="9525">
              <a:solidFill>
                <a:srgbClr val="FFFFFF"/>
              </a:solidFill>
              <a:round/>
            </a:ln>
          </p:spPr>
        </p:cxnSp>
      </p:grpSp>
      <p:sp>
        <p:nvSpPr>
          <p:cNvPr id="108" name="PlaceHolder 1"/>
          <p:cNvSpPr>
            <a:spLocks noGrp="1"/>
          </p:cNvSpPr>
          <p:nvPr>
            <p:ph type="title"/>
          </p:nvPr>
        </p:nvSpPr>
        <p:spPr>
          <a:xfrm>
            <a:off x="2666880" y="3400560"/>
            <a:ext cx="6133680" cy="1056960"/>
          </a:xfrm>
          <a:prstGeom prst="rect">
            <a:avLst/>
          </a:prstGeom>
          <a:noFill/>
          <a:ln w="0">
            <a:noFill/>
          </a:ln>
        </p:spPr>
        <p:txBody>
          <a:bodyPr lIns="91440" tIns="91440" rIns="91440" bIns="91440" anchor="ctr">
            <a:normAutofit/>
          </a:bodyPr>
          <a:p>
            <a:pPr indent="0" algn="r">
              <a:lnSpc>
                <a:spcPct val="80000"/>
              </a:lnSpc>
              <a:buNone/>
              <a:tabLst>
                <a:tab pos="0" algn="l"/>
              </a:tabLst>
            </a:pPr>
            <a:r>
              <a:rPr lang="en-US" sz="4600" b="0" u="none" strike="noStrike">
                <a:solidFill>
                  <a:schemeClr val="accent1"/>
                </a:solidFill>
                <a:effectLst/>
                <a:uFillTx/>
                <a:latin typeface="Zalando Sans Expanded ExtraLight"/>
                <a:ea typeface="Zalando Sans Expanded ExtraLight"/>
              </a:rPr>
              <a:t>Dataset and</a:t>
            </a:r>
            <a:r>
              <a:rPr lang="en-US" sz="4600" b="0" u="none" strike="noStrike">
                <a:solidFill>
                  <a:schemeClr val="accent1"/>
                </a:solidFill>
                <a:effectLst/>
                <a:uFillTx/>
                <a:latin typeface="Zalando Sans Expanded Medium"/>
                <a:ea typeface="Zalando Sans Expanded ExtraLight"/>
              </a:rPr>
              <a:t> Pipeline</a:t>
            </a:r>
            <a:endParaRPr lang="fr-FR" sz="4600" b="0" u="none" strike="noStrike">
              <a:solidFill>
                <a:schemeClr val="dk1"/>
              </a:solidFill>
              <a:effectLst/>
              <a:uFillTx/>
              <a:latin typeface="Arial" panose="020B0604020202020204"/>
            </a:endParaRPr>
          </a:p>
        </p:txBody>
      </p:sp>
      <p:sp>
        <p:nvSpPr>
          <p:cNvPr id="109" name="PlaceHolder 2"/>
          <p:cNvSpPr>
            <a:spLocks noGrp="1"/>
          </p:cNvSpPr>
          <p:nvPr>
            <p:ph type="title"/>
          </p:nvPr>
        </p:nvSpPr>
        <p:spPr>
          <a:xfrm>
            <a:off x="333360" y="228600"/>
            <a:ext cx="1266480" cy="1266480"/>
          </a:xfrm>
          <a:prstGeom prst="rect">
            <a:avLst/>
          </a:prstGeom>
          <a:noFill/>
          <a:ln w="0">
            <a:noFill/>
          </a:ln>
        </p:spPr>
        <p:txBody>
          <a:bodyPr lIns="91440" tIns="91440" rIns="91440" bIns="91440" anchor="ctr">
            <a:normAutofit/>
          </a:bodyPr>
          <a:p>
            <a:pPr indent="0" algn="ctr">
              <a:lnSpc>
                <a:spcPct val="100000"/>
              </a:lnSpc>
              <a:buNone/>
              <a:tabLst>
                <a:tab pos="0" algn="l"/>
              </a:tabLst>
            </a:pPr>
            <a:r>
              <a:rPr lang="en-US" sz="6000" b="0" u="none" strike="noStrike">
                <a:solidFill>
                  <a:schemeClr val="accent2"/>
                </a:solidFill>
                <a:effectLst/>
                <a:uFillTx/>
                <a:latin typeface="Zalando Sans Expanded Medium"/>
                <a:ea typeface="Zalando Sans Expanded Medium"/>
              </a:rPr>
              <a:t>02</a:t>
            </a:r>
            <a:endParaRPr lang="fr-FR" sz="6000" b="0" u="none" strike="noStrike">
              <a:solidFill>
                <a:schemeClr val="dk1"/>
              </a:solidFill>
              <a:effectLst/>
              <a:uFillTx/>
              <a:latin typeface="Arial" panose="020B0604020202020204"/>
            </a:endParaRPr>
          </a:p>
        </p:txBody>
      </p:sp>
      <p:sp>
        <p:nvSpPr>
          <p:cNvPr id="110" name="Google Shape;231;p32"/>
          <p:cNvSpPr/>
          <p:nvPr/>
        </p:nvSpPr>
        <p:spPr>
          <a:xfrm>
            <a:off x="8172360" y="123840"/>
            <a:ext cx="618840" cy="399600"/>
          </a:xfrm>
          <a:prstGeom prst="rect">
            <a:avLst/>
          </a:prstGeom>
          <a:noFill/>
          <a:ln w="0">
            <a:noFill/>
          </a:ln>
        </p:spPr>
        <p:style>
          <a:lnRef idx="0">
            <a:srgbClr val="FFFFFF"/>
          </a:lnRef>
          <a:fillRef idx="0">
            <a:srgbClr val="FFFFFF"/>
          </a:fillRef>
          <a:effectRef idx="0">
            <a:srgbClr val="FFFFFF"/>
          </a:effectRef>
          <a:fontRef idx="minor"/>
        </p:style>
        <p:txBody>
          <a:bodyPr lIns="870823080" tIns="199800" rIns="870823080" bIns="199800" anchor="t">
            <a:spAutoFit/>
          </a:bodyPr>
          <a:p>
            <a:pPr defTabSz="914400">
              <a:lnSpc>
                <a:spcPct val="100000"/>
              </a:lnSpc>
              <a:tabLst>
                <a:tab pos="0" algn="l"/>
              </a:tabLst>
            </a:pPr>
            <a:endParaRPr lang="fr-FR" sz="1800" b="0" u="none" strike="noStrike">
              <a:solidFill>
                <a:schemeClr val="dk1"/>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oogle Shape;236;p33"/>
          <p:cNvGrpSpPr/>
          <p:nvPr/>
        </p:nvGrpSpPr>
        <p:grpSpPr>
          <a:xfrm>
            <a:off x="-43560" y="-18360"/>
            <a:ext cx="8695080" cy="5223960"/>
            <a:chOff x="-43560" y="-18360"/>
            <a:chExt cx="8695080" cy="5223960"/>
          </a:xfrm>
        </p:grpSpPr>
        <p:cxnSp>
          <p:nvCxnSpPr>
            <p:cNvPr id="112" name="Google Shape;237;p33"/>
            <p:cNvCxnSpPr/>
            <p:nvPr/>
          </p:nvCxnSpPr>
          <p:spPr>
            <a:xfrm>
              <a:off x="8646120" y="-18360"/>
              <a:ext cx="360" cy="5224320"/>
            </a:xfrm>
            <a:prstGeom prst="straightConnector1">
              <a:avLst/>
            </a:prstGeom>
            <a:ln w="9525">
              <a:solidFill>
                <a:srgbClr val="000000"/>
              </a:solidFill>
              <a:round/>
            </a:ln>
          </p:spPr>
        </p:cxnSp>
        <p:cxnSp>
          <p:nvCxnSpPr>
            <p:cNvPr id="113" name="Google Shape;238;p33"/>
            <p:cNvCxnSpPr/>
            <p:nvPr/>
          </p:nvCxnSpPr>
          <p:spPr>
            <a:xfrm flipH="1">
              <a:off x="-43560" y="2094120"/>
              <a:ext cx="8695440" cy="360"/>
            </a:xfrm>
            <a:prstGeom prst="straightConnector1">
              <a:avLst/>
            </a:prstGeom>
            <a:ln w="9525">
              <a:solidFill>
                <a:srgbClr val="000000"/>
              </a:solidFill>
              <a:round/>
            </a:ln>
          </p:spPr>
        </p:cxnSp>
      </p:grpSp>
      <p:sp>
        <p:nvSpPr>
          <p:cNvPr id="114" name="PlaceHolder 1"/>
          <p:cNvSpPr>
            <a:spLocks noGrp="1"/>
          </p:cNvSpPr>
          <p:nvPr>
            <p:ph type="title"/>
          </p:nvPr>
        </p:nvSpPr>
        <p:spPr>
          <a:xfrm>
            <a:off x="419040" y="476280"/>
            <a:ext cx="7486200" cy="1209240"/>
          </a:xfrm>
          <a:prstGeom prst="rect">
            <a:avLst/>
          </a:prstGeom>
          <a:noFill/>
          <a:ln w="0">
            <a:noFill/>
          </a:ln>
        </p:spPr>
        <p:txBody>
          <a:bodyPr lIns="91440" tIns="91440" rIns="91440" bIns="91440" anchor="t">
            <a:normAutofit/>
          </a:bodyPr>
          <a:p>
            <a:pPr indent="0">
              <a:lnSpc>
                <a:spcPct val="80000"/>
              </a:lnSpc>
              <a:buNone/>
              <a:tabLst>
                <a:tab pos="0" algn="l"/>
              </a:tabLst>
            </a:pPr>
            <a:r>
              <a:rPr lang="en-US" sz="4000" b="0" u="none" strike="noStrike">
                <a:solidFill>
                  <a:schemeClr val="dk1"/>
                </a:solidFill>
                <a:effectLst/>
                <a:uFillTx/>
                <a:latin typeface="Zalando Sans Expanded ExtraLight"/>
                <a:ea typeface="Zalando Sans Expanded ExtraLight"/>
              </a:rPr>
              <a:t>Dataset composition and</a:t>
            </a:r>
            <a:r>
              <a:rPr lang="en-US" sz="4000" b="0" u="none" strike="noStrike">
                <a:solidFill>
                  <a:schemeClr val="dk1"/>
                </a:solidFill>
                <a:effectLst/>
                <a:uFillTx/>
                <a:latin typeface="Zalando Sans Expanded Medium"/>
                <a:ea typeface="Zalando Sans Expanded ExtraLight"/>
              </a:rPr>
              <a:t> cleanup</a:t>
            </a:r>
            <a:endParaRPr lang="fr-FR" sz="4000" b="0" u="none" strike="noStrike">
              <a:solidFill>
                <a:schemeClr val="dk1"/>
              </a:solidFill>
              <a:effectLst/>
              <a:uFillTx/>
              <a:latin typeface="Arial" panose="020B0604020202020204"/>
            </a:endParaRPr>
          </a:p>
        </p:txBody>
      </p:sp>
      <p:sp>
        <p:nvSpPr>
          <p:cNvPr id="115" name="PlaceHolder 2"/>
          <p:cNvSpPr>
            <a:spLocks noGrp="1"/>
          </p:cNvSpPr>
          <p:nvPr>
            <p:ph type="subTitle"/>
          </p:nvPr>
        </p:nvSpPr>
        <p:spPr>
          <a:xfrm>
            <a:off x="2905200" y="2400480"/>
            <a:ext cx="5562360" cy="229500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The dataset contains 44,482 styles with 38,765 images retained after rigorous cleaning. It includes 42 distinct base colors and 143 article types. A sample of 5,000 images was used for demonstration, while the full dataset is ready for comprehensive deployment, ensuring data diversity and quality.</a:t>
            </a:r>
            <a:endParaRPr lang="en-US" sz="1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oogle Shape;236;p33"/>
          <p:cNvGrpSpPr/>
          <p:nvPr/>
        </p:nvGrpSpPr>
        <p:grpSpPr>
          <a:xfrm>
            <a:off x="-43560" y="-18360"/>
            <a:ext cx="8695080" cy="5223960"/>
            <a:chOff x="-43560" y="-18360"/>
            <a:chExt cx="8695080" cy="5223960"/>
          </a:xfrm>
        </p:grpSpPr>
        <p:cxnSp>
          <p:nvCxnSpPr>
            <p:cNvPr id="117" name="Google Shape;237;p33"/>
            <p:cNvCxnSpPr/>
            <p:nvPr/>
          </p:nvCxnSpPr>
          <p:spPr>
            <a:xfrm>
              <a:off x="8646120" y="-18360"/>
              <a:ext cx="360" cy="5224320"/>
            </a:xfrm>
            <a:prstGeom prst="straightConnector1">
              <a:avLst/>
            </a:prstGeom>
            <a:ln w="9525">
              <a:solidFill>
                <a:srgbClr val="000000"/>
              </a:solidFill>
              <a:round/>
            </a:ln>
          </p:spPr>
        </p:cxnSp>
        <p:cxnSp>
          <p:nvCxnSpPr>
            <p:cNvPr id="118" name="Google Shape;238;p33"/>
            <p:cNvCxnSpPr/>
            <p:nvPr/>
          </p:nvCxnSpPr>
          <p:spPr>
            <a:xfrm flipH="1">
              <a:off x="-43560" y="2094120"/>
              <a:ext cx="8695440" cy="360"/>
            </a:xfrm>
            <a:prstGeom prst="straightConnector1">
              <a:avLst/>
            </a:prstGeom>
            <a:ln w="9525">
              <a:solidFill>
                <a:srgbClr val="000000"/>
              </a:solidFill>
              <a:round/>
            </a:ln>
          </p:spPr>
        </p:cxnSp>
      </p:grpSp>
      <p:sp>
        <p:nvSpPr>
          <p:cNvPr id="119" name="PlaceHolder 1"/>
          <p:cNvSpPr>
            <a:spLocks noGrp="1"/>
          </p:cNvSpPr>
          <p:nvPr>
            <p:ph type="title"/>
          </p:nvPr>
        </p:nvSpPr>
        <p:spPr>
          <a:xfrm>
            <a:off x="419040" y="476280"/>
            <a:ext cx="7486200" cy="1209240"/>
          </a:xfrm>
          <a:prstGeom prst="rect">
            <a:avLst/>
          </a:prstGeom>
          <a:noFill/>
          <a:ln w="0">
            <a:noFill/>
          </a:ln>
        </p:spPr>
        <p:txBody>
          <a:bodyPr lIns="91440" tIns="91440" rIns="91440" bIns="91440" anchor="t">
            <a:normAutofit/>
          </a:bodyPr>
          <a:p>
            <a:pPr indent="0">
              <a:lnSpc>
                <a:spcPct val="80000"/>
              </a:lnSpc>
              <a:buNone/>
              <a:tabLst>
                <a:tab pos="0" algn="l"/>
              </a:tabLst>
            </a:pPr>
            <a:r>
              <a:rPr lang="en-US" sz="4000" b="0" u="none" strike="noStrike">
                <a:solidFill>
                  <a:schemeClr val="dk1"/>
                </a:solidFill>
                <a:effectLst/>
                <a:uFillTx/>
                <a:latin typeface="Zalando Sans Expanded ExtraLight"/>
                <a:ea typeface="Zalando Sans Expanded ExtraLight"/>
              </a:rPr>
              <a:t>Pipeline architecture</a:t>
            </a:r>
            <a:r>
              <a:rPr lang="en-US" sz="4000" b="0" u="none" strike="noStrike">
                <a:solidFill>
                  <a:schemeClr val="dk1"/>
                </a:solidFill>
                <a:effectLst/>
                <a:uFillTx/>
                <a:latin typeface="Zalando Sans Expanded Medium"/>
                <a:ea typeface="Zalando Sans Expanded ExtraLight"/>
              </a:rPr>
              <a:t> overview</a:t>
            </a:r>
            <a:endParaRPr lang="fr-FR" sz="4000" b="0" u="none" strike="noStrike">
              <a:solidFill>
                <a:schemeClr val="dk1"/>
              </a:solidFill>
              <a:effectLst/>
              <a:uFillTx/>
              <a:latin typeface="Arial" panose="020B0604020202020204"/>
            </a:endParaRPr>
          </a:p>
        </p:txBody>
      </p:sp>
      <p:sp>
        <p:nvSpPr>
          <p:cNvPr id="120" name="PlaceHolder 2"/>
          <p:cNvSpPr>
            <a:spLocks noGrp="1"/>
          </p:cNvSpPr>
          <p:nvPr>
            <p:ph type="subTitle"/>
          </p:nvPr>
        </p:nvSpPr>
        <p:spPr>
          <a:xfrm>
            <a:off x="2905200" y="2400480"/>
            <a:ext cx="5562360" cy="229500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The pipeline integrates dual input paths: text queries processed through an </a:t>
            </a:r>
            <a:r>
              <a:rPr lang="en-US" sz="1200" b="0" i="1" u="none" strike="noStrike">
                <a:solidFill>
                  <a:schemeClr val="dk1"/>
                </a:solidFill>
                <a:effectLst/>
                <a:uFillTx/>
                <a:latin typeface="Arial" panose="020B0604020202020204"/>
                <a:ea typeface="Arial" panose="020B0604020202020204"/>
              </a:rPr>
              <a:t>NLP parser</a:t>
            </a:r>
            <a:r>
              <a:rPr lang="en-US" sz="1200" b="0" u="none" strike="noStrike">
                <a:solidFill>
                  <a:schemeClr val="dk1"/>
                </a:solidFill>
                <a:effectLst/>
                <a:uFillTx/>
                <a:latin typeface="Arial" panose="020B0604020202020204"/>
                <a:ea typeface="Arial" panose="020B0604020202020204"/>
              </a:rPr>
              <a:t> for color and type extraction, and image uploads processed by a ResNet model for feature embedding. Both routes converge on a FAISS index for rapid nearest-neighbor retrieval of the top five matching products.</a:t>
            </a:r>
            <a:endParaRPr lang="en-US" sz="1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122"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lang="en-US" sz="2600" b="0" u="none" strike="noStrike">
                <a:solidFill>
                  <a:schemeClr val="dk1"/>
                </a:solidFill>
                <a:effectLst/>
                <a:uFillTx/>
                <a:latin typeface="Zalando Sans Expanded ExtraLight"/>
                <a:ea typeface="Zalando Sans Expanded ExtraLight"/>
              </a:rPr>
              <a:t>Model components and data</a:t>
            </a:r>
            <a:r>
              <a:rPr lang="en-US" sz="2600" b="0" u="none" strike="noStrike">
                <a:solidFill>
                  <a:schemeClr val="dk1"/>
                </a:solidFill>
                <a:effectLst/>
                <a:uFillTx/>
                <a:latin typeface="Zalando Sans Expanded Medium"/>
                <a:ea typeface="Zalando Sans Expanded ExtraLight"/>
              </a:rPr>
              <a:t> flow</a:t>
            </a:r>
            <a:endParaRPr lang="fr-FR" sz="2600" b="0" u="none" strike="noStrike">
              <a:solidFill>
                <a:schemeClr val="dk1"/>
              </a:solidFill>
              <a:effectLst/>
              <a:uFillTx/>
              <a:latin typeface="Arial" panose="020B0604020202020204"/>
            </a:endParaRPr>
          </a:p>
        </p:txBody>
      </p:sp>
      <p:sp>
        <p:nvSpPr>
          <p:cNvPr id="123" name="PlaceHolder 2"/>
          <p:cNvSpPr>
            <a:spLocks noGrp="1"/>
          </p:cNvSpPr>
          <p:nvPr>
            <p:ph/>
          </p:nvPr>
        </p:nvSpPr>
        <p:spPr>
          <a:xfrm>
            <a:off x="942840" y="2305080"/>
            <a:ext cx="4362120" cy="1914120"/>
          </a:xfrm>
          <a:prstGeom prst="rect">
            <a:avLst/>
          </a:prstGeom>
          <a:noFill/>
          <a:ln w="0">
            <a:noFill/>
          </a:ln>
        </p:spPr>
        <p:txBody>
          <a:bodyPr lIns="91440" tIns="91440" rIns="91440" bIns="91440" anchor="t">
            <a:normAutofit fontScale="92500" lnSpcReduction="9999"/>
          </a:bodyPr>
          <a:p>
            <a:pPr indent="0">
              <a:lnSpc>
                <a:spcPct val="150000"/>
              </a:lnSpc>
              <a:buNone/>
              <a:tabLst>
                <a:tab pos="0" algn="l"/>
              </a:tabLst>
            </a:pPr>
            <a:r>
              <a:rPr lang="en-US" sz="1400" b="0" u="none" strike="noStrike">
                <a:solidFill>
                  <a:schemeClr val="dk1"/>
                </a:solidFill>
                <a:effectLst/>
                <a:uFillTx/>
                <a:latin typeface="Arial" panose="020B0604020202020204"/>
                <a:ea typeface="Arial" panose="020B0604020202020204"/>
              </a:rPr>
              <a:t>The shade classifier uses a ResNet50 backbone fine-tuned for 42 color classes, achieving validation accuracy improvements from 0.87 to 0.94 within 10 epochs. The item-type classifier shares the same architecture and reaches a high </a:t>
            </a:r>
            <a:r>
              <a:rPr lang="en-US" sz="1400" b="1" u="none" strike="noStrike">
                <a:solidFill>
                  <a:schemeClr val="dk1"/>
                </a:solidFill>
                <a:effectLst/>
                <a:uFillTx/>
                <a:latin typeface="Arial" panose="020B0604020202020204"/>
                <a:ea typeface="Arial" panose="020B0604020202020204"/>
              </a:rPr>
              <a:t>91% validation accuracy</a:t>
            </a:r>
            <a:r>
              <a:rPr lang="en-US" sz="1400" b="0" u="none" strike="noStrike">
                <a:solidFill>
                  <a:schemeClr val="dk1"/>
                </a:solidFill>
                <a:effectLst/>
                <a:uFillTx/>
                <a:latin typeface="Arial" panose="020B0604020202020204"/>
                <a:ea typeface="Arial" panose="020B0604020202020204"/>
              </a:rPr>
              <a:t> across 143 classes, ensuring precise classification and filtering before final product recommendation.</a:t>
            </a:r>
            <a:endParaRPr lang="fr-FR" sz="1400" b="0" u="none" strike="noStrike">
              <a:solidFill>
                <a:srgbClr val="000000"/>
              </a:solidFill>
              <a:effectLst/>
              <a:uFillTx/>
              <a:latin typeface="Arial" panose="020B0604020202020204"/>
            </a:endParaRPr>
          </a:p>
        </p:txBody>
      </p:sp>
      <p:cxnSp>
        <p:nvCxnSpPr>
          <p:cNvPr id="124" name="Google Shape;220;p31"/>
          <p:cNvCxnSpPr/>
          <p:nvPr/>
        </p:nvCxnSpPr>
        <p:spPr>
          <a:xfrm flipH="1">
            <a:off x="0" y="1690560"/>
            <a:ext cx="6345360" cy="360"/>
          </a:xfrm>
          <a:prstGeom prst="straightConnector1">
            <a:avLst/>
          </a:prstGeom>
          <a:ln w="9525">
            <a:solidFill>
              <a:srgbClr val="000000"/>
            </a:solidFill>
            <a:round/>
          </a:ln>
        </p:spPr>
      </p:cxnSp>
      <p:cxnSp>
        <p:nvCxnSpPr>
          <p:cNvPr id="125"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122"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kumimoji="0" lang="en-US" sz="2600" b="0" i="0" u="none" strike="noStrike" kern="0" cap="none" spc="0" normalizeH="0" baseline="0" noProof="1">
                <a:solidFill>
                  <a:schemeClr val="dk1"/>
                </a:solidFill>
                <a:effectLst/>
                <a:uFillTx/>
                <a:latin typeface="Zalando Sans Expanded ExtraLight"/>
                <a:ea typeface="Zalando Sans Expanded ExtraLight"/>
                <a:cs typeface="+mn-ea"/>
              </a:rPr>
              <a:t>Why ResNet50 for Shade &amp; Type Detection?</a:t>
            </a:r>
            <a:endParaRPr kumimoji="0" lang="en-US" sz="2600" b="0" i="0" u="none" strike="noStrike" kern="0" cap="none" spc="0" normalizeH="0" baseline="0" noProof="1">
              <a:solidFill>
                <a:schemeClr val="dk1"/>
              </a:solidFill>
              <a:effectLst/>
              <a:uFillTx/>
              <a:latin typeface="Zalando Sans Expanded ExtraLight"/>
              <a:ea typeface="Zalando Sans Expanded ExtraLight"/>
              <a:cs typeface="+mn-ea"/>
            </a:endParaRPr>
          </a:p>
        </p:txBody>
      </p:sp>
      <p:sp>
        <p:nvSpPr>
          <p:cNvPr id="123" name="PlaceHolder 2"/>
          <p:cNvSpPr>
            <a:spLocks noGrp="1"/>
          </p:cNvSpPr>
          <p:nvPr>
            <p:ph/>
          </p:nvPr>
        </p:nvSpPr>
        <p:spPr>
          <a:xfrm>
            <a:off x="942840" y="2305080"/>
            <a:ext cx="4362120" cy="1914120"/>
          </a:xfrm>
          <a:prstGeom prst="rect">
            <a:avLst/>
          </a:prstGeom>
          <a:noFill/>
          <a:ln w="0">
            <a:noFill/>
          </a:ln>
        </p:spPr>
        <p:txBody>
          <a:bodyPr lIns="91440" tIns="91440" rIns="91440" bIns="91440" anchor="t">
            <a:noAutofit/>
          </a:bodyPr>
          <a:p>
            <a:pPr indent="0">
              <a:lnSpc>
                <a:spcPct val="150000"/>
              </a:lnSpc>
              <a:buNone/>
              <a:tabLst>
                <a:tab pos="0" algn="l"/>
              </a:tabLst>
            </a:pPr>
            <a:r>
              <a:rPr lang="en-US" altLang="en-US" sz="1100" b="0" u="none" strike="noStrike">
                <a:solidFill>
                  <a:srgbClr val="000000"/>
                </a:solidFill>
                <a:effectLst/>
                <a:uFillTx/>
                <a:latin typeface="Arial" panose="020B0604020202020204"/>
              </a:rPr>
              <a:t>What is CNN? Like a brain spotting patterns ,edges, shapes, colors etc. ResNet50 is a "deep" CNN with 50 layers, pre-trained on 1MILLION images (ImageNet).</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Why ResNet over simpler ones ? "Residual" shortcuts fix "vanishing gradients" – lets it learn deep without forgetting early stuff.</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Fine-Tuning: Freeze base (reuse knowledge), add our layers for fashion. Why? Saves time vs training from scratch (weeks → hours), accurate on small data (5k samples).</a:t>
            </a:r>
            <a:endParaRPr lang="en-US" altLang="en-US" sz="1100" b="0" u="none" strike="noStrike">
              <a:solidFill>
                <a:srgbClr val="000000"/>
              </a:solidFill>
              <a:effectLst/>
              <a:uFillTx/>
              <a:latin typeface="Arial" panose="020B0604020202020204"/>
            </a:endParaRPr>
          </a:p>
        </p:txBody>
      </p:sp>
      <p:cxnSp>
        <p:nvCxnSpPr>
          <p:cNvPr id="124" name="Google Shape;220;p31"/>
          <p:cNvCxnSpPr/>
          <p:nvPr/>
        </p:nvCxnSpPr>
        <p:spPr>
          <a:xfrm flipH="1">
            <a:off x="0" y="1690560"/>
            <a:ext cx="6345360" cy="360"/>
          </a:xfrm>
          <a:prstGeom prst="straightConnector1">
            <a:avLst/>
          </a:prstGeom>
          <a:ln w="9525">
            <a:solidFill>
              <a:srgbClr val="000000"/>
            </a:solidFill>
            <a:round/>
          </a:ln>
        </p:spPr>
      </p:cxnSp>
      <p:cxnSp>
        <p:nvCxnSpPr>
          <p:cNvPr id="125"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122"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kumimoji="0" lang="en-US" altLang="en-US" sz="2600" b="0" i="0" u="none" strike="noStrike" kern="0" cap="none" spc="0" normalizeH="0" baseline="0" noProof="1">
                <a:solidFill>
                  <a:schemeClr val="dk1"/>
                </a:solidFill>
                <a:effectLst/>
                <a:uFillTx/>
                <a:latin typeface="Zalando Sans Expanded ExtraLight"/>
                <a:ea typeface="Zalando Sans Expanded ExtraLight"/>
                <a:cs typeface="+mn-ea"/>
              </a:rPr>
              <a:t>Feature Embeddings</a:t>
            </a:r>
            <a:endParaRPr kumimoji="0" lang="en-US" altLang="en-US" sz="2600" b="0" i="0" u="none" strike="noStrike" kern="0" cap="none" spc="0" normalizeH="0" baseline="0" noProof="1">
              <a:solidFill>
                <a:schemeClr val="dk1"/>
              </a:solidFill>
              <a:effectLst/>
              <a:uFillTx/>
              <a:latin typeface="Zalando Sans Expanded ExtraLight"/>
              <a:ea typeface="Zalando Sans Expanded ExtraLight"/>
              <a:cs typeface="+mn-ea"/>
            </a:endParaRPr>
          </a:p>
        </p:txBody>
      </p:sp>
      <p:sp>
        <p:nvSpPr>
          <p:cNvPr id="123" name="PlaceHolder 2"/>
          <p:cNvSpPr>
            <a:spLocks noGrp="1"/>
          </p:cNvSpPr>
          <p:nvPr>
            <p:ph/>
          </p:nvPr>
        </p:nvSpPr>
        <p:spPr>
          <a:xfrm>
            <a:off x="942840" y="2305080"/>
            <a:ext cx="4362120" cy="1914120"/>
          </a:xfrm>
          <a:prstGeom prst="rect">
            <a:avLst/>
          </a:prstGeom>
          <a:noFill/>
          <a:ln w="0">
            <a:noFill/>
          </a:ln>
        </p:spPr>
        <p:txBody>
          <a:bodyPr lIns="91440" tIns="91440" rIns="91440" bIns="91440" anchor="t">
            <a:noAutofit/>
          </a:bodyPr>
          <a:p>
            <a:pPr indent="0">
              <a:lnSpc>
                <a:spcPct val="150000"/>
              </a:lnSpc>
              <a:buNone/>
              <a:tabLst>
                <a:tab pos="0" algn="l"/>
              </a:tabLst>
            </a:pPr>
            <a:r>
              <a:rPr lang="en-US" altLang="en-US" sz="1100" b="0" u="none" strike="noStrike">
                <a:solidFill>
                  <a:srgbClr val="000000"/>
                </a:solidFill>
                <a:effectLst/>
                <a:uFillTx/>
                <a:latin typeface="Arial" panose="020B0604020202020204"/>
              </a:rPr>
              <a:t>What are Embeddings? Turn image into a “fingerprint” vector (list of numbers). ResNet’s middle layer (GlobalAvgPool) captures style, texture – not just labels.</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Why Embeddings over Labels? Labels say “blue shirt”, but embeddings measure “how similar” (e.g., slim vs baggy fit). Euclidean distance: Close vectors = visual twins.</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Why FAISS? Facebook’s library for fast search in huge vectors (38k here). Vs brute-force (check all): 1000x slower; FAISS indexes in seconds, searches in ms.</a:t>
            </a:r>
            <a:endParaRPr lang="en-US" altLang="en-US" sz="1100" b="0" u="none" strike="noStrike">
              <a:solidFill>
                <a:srgbClr val="000000"/>
              </a:solidFill>
              <a:effectLst/>
              <a:uFillTx/>
              <a:latin typeface="Arial" panose="020B0604020202020204"/>
            </a:endParaRPr>
          </a:p>
        </p:txBody>
      </p:sp>
      <p:cxnSp>
        <p:nvCxnSpPr>
          <p:cNvPr id="124" name="Google Shape;220;p31"/>
          <p:cNvCxnSpPr/>
          <p:nvPr/>
        </p:nvCxnSpPr>
        <p:spPr>
          <a:xfrm flipH="1">
            <a:off x="0" y="1690560"/>
            <a:ext cx="6345360" cy="360"/>
          </a:xfrm>
          <a:prstGeom prst="straightConnector1">
            <a:avLst/>
          </a:prstGeom>
          <a:ln w="9525">
            <a:solidFill>
              <a:srgbClr val="000000"/>
            </a:solidFill>
            <a:round/>
          </a:ln>
        </p:spPr>
      </p:cxnSp>
      <p:cxnSp>
        <p:nvCxnSpPr>
          <p:cNvPr id="125"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Google Shape;217;p31"/>
          <p:cNvPicPr/>
          <p:nvPr/>
        </p:nvPicPr>
        <p:blipFill>
          <a:blip r:embed="rId1"/>
          <a:srcRect l="15215" r="12233"/>
          <a:stretch>
            <a:fillRect/>
          </a:stretch>
        </p:blipFill>
        <p:spPr>
          <a:xfrm>
            <a:off x="6345000" y="0"/>
            <a:ext cx="2798280" cy="5143320"/>
          </a:xfrm>
          <a:prstGeom prst="rect">
            <a:avLst/>
          </a:prstGeom>
          <a:noFill/>
          <a:ln w="0">
            <a:noFill/>
          </a:ln>
        </p:spPr>
      </p:pic>
      <p:sp>
        <p:nvSpPr>
          <p:cNvPr id="122" name="PlaceHolder 1"/>
          <p:cNvSpPr>
            <a:spLocks noGrp="1"/>
          </p:cNvSpPr>
          <p:nvPr>
            <p:ph type="title"/>
          </p:nvPr>
        </p:nvSpPr>
        <p:spPr>
          <a:xfrm>
            <a:off x="228600" y="295200"/>
            <a:ext cx="5324040" cy="1247400"/>
          </a:xfrm>
          <a:prstGeom prst="rect">
            <a:avLst/>
          </a:prstGeom>
          <a:noFill/>
          <a:ln w="0">
            <a:noFill/>
          </a:ln>
        </p:spPr>
        <p:txBody>
          <a:bodyPr lIns="91440" tIns="91440" rIns="91440" bIns="91440" anchor="t">
            <a:normAutofit/>
          </a:bodyPr>
          <a:p>
            <a:pPr indent="0">
              <a:lnSpc>
                <a:spcPct val="80000"/>
              </a:lnSpc>
              <a:buNone/>
              <a:tabLst>
                <a:tab pos="0" algn="l"/>
              </a:tabLst>
            </a:pPr>
            <a:r>
              <a:rPr kumimoji="0" lang="en-US" altLang="en-US" sz="2600" b="0" i="0" u="none" strike="noStrike" kern="0" cap="none" spc="0" normalizeH="0" baseline="0" noProof="1">
                <a:solidFill>
                  <a:schemeClr val="dk1"/>
                </a:solidFill>
                <a:effectLst/>
                <a:uFillTx/>
                <a:latin typeface="Zalando Sans Expanded ExtraLight"/>
                <a:ea typeface="Zalando Sans Expanded ExtraLight"/>
                <a:cs typeface="+mn-ea"/>
              </a:rPr>
              <a:t>Parsing Queries with NLP – From Words to Search</a:t>
            </a:r>
            <a:endParaRPr kumimoji="0" lang="en-US" altLang="en-US" sz="2600" b="0" i="0" u="none" strike="noStrike" kern="0" cap="none" spc="0" normalizeH="0" baseline="0" noProof="1">
              <a:solidFill>
                <a:schemeClr val="dk1"/>
              </a:solidFill>
              <a:effectLst/>
              <a:uFillTx/>
              <a:latin typeface="Zalando Sans Expanded ExtraLight"/>
              <a:ea typeface="Zalando Sans Expanded ExtraLight"/>
              <a:cs typeface="+mn-ea"/>
            </a:endParaRPr>
          </a:p>
        </p:txBody>
      </p:sp>
      <p:sp>
        <p:nvSpPr>
          <p:cNvPr id="123" name="PlaceHolder 2"/>
          <p:cNvSpPr>
            <a:spLocks noGrp="1"/>
          </p:cNvSpPr>
          <p:nvPr>
            <p:ph/>
          </p:nvPr>
        </p:nvSpPr>
        <p:spPr>
          <a:xfrm>
            <a:off x="930910" y="2305050"/>
            <a:ext cx="4373880" cy="1913890"/>
          </a:xfrm>
          <a:prstGeom prst="rect">
            <a:avLst/>
          </a:prstGeom>
          <a:noFill/>
          <a:ln w="0">
            <a:noFill/>
          </a:ln>
        </p:spPr>
        <p:txBody>
          <a:bodyPr lIns="91440" tIns="91440" rIns="91440" bIns="91440" anchor="t">
            <a:noAutofit/>
          </a:bodyPr>
          <a:p>
            <a:pPr indent="0">
              <a:lnSpc>
                <a:spcPct val="150000"/>
              </a:lnSpc>
              <a:buNone/>
              <a:tabLst>
                <a:tab pos="0" algn="l"/>
              </a:tabLst>
            </a:pPr>
            <a:r>
              <a:rPr lang="en-US" altLang="en-US" sz="1100" b="0" u="none" strike="noStrike">
                <a:solidFill>
                  <a:srgbClr val="000000"/>
                </a:solidFill>
                <a:effectLst/>
                <a:uFillTx/>
                <a:latin typeface="Arial" panose="020B0604020202020204"/>
              </a:rPr>
              <a:t>What is NLP? Natural Language Processing – AI understanding human text. Sentence-Transformer (MiniLM) turns sentences into vectors, like word embeddings (e.g., Word2Vec) but for full phrases.</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Why Sentence-Transformer over basic keywords? Handles synonyms (“navy”=“dark blue”), context. Vs regex/rules: Flexible, no hand-coding 100s of patterns.</a:t>
            </a:r>
            <a:endParaRPr lang="en-US" altLang="en-US" sz="1100" b="0" u="none" strike="noStrike">
              <a:solidFill>
                <a:srgbClr val="000000"/>
              </a:solidFill>
              <a:effectLst/>
              <a:uFillTx/>
              <a:latin typeface="Arial" panose="020B0604020202020204"/>
            </a:endParaRPr>
          </a:p>
          <a:p>
            <a:pPr indent="0">
              <a:lnSpc>
                <a:spcPct val="150000"/>
              </a:lnSpc>
              <a:buNone/>
              <a:tabLst>
                <a:tab pos="0" algn="l"/>
              </a:tabLst>
            </a:pPr>
            <a:r>
              <a:rPr lang="en-US" altLang="en-US" sz="1100" b="0" u="none" strike="noStrike">
                <a:solidFill>
                  <a:srgbClr val="000000"/>
                </a:solidFill>
                <a:effectLst/>
                <a:uFillTx/>
                <a:latin typeface="Arial" panose="020B0604020202020204"/>
              </a:rPr>
              <a:t>Cosine Similarity: Measures angle between vectors (1=identical, 0=unrelated). Why? Better than word match for semantics – “olive pants” matches “green trousers”.</a:t>
            </a:r>
            <a:endParaRPr lang="en-US" altLang="en-US" sz="1100" b="0" u="none" strike="noStrike">
              <a:solidFill>
                <a:srgbClr val="000000"/>
              </a:solidFill>
              <a:effectLst/>
              <a:uFillTx/>
              <a:latin typeface="Arial" panose="020B0604020202020204"/>
            </a:endParaRPr>
          </a:p>
        </p:txBody>
      </p:sp>
      <p:cxnSp>
        <p:nvCxnSpPr>
          <p:cNvPr id="124" name="Google Shape;220;p31"/>
          <p:cNvCxnSpPr/>
          <p:nvPr/>
        </p:nvCxnSpPr>
        <p:spPr>
          <a:xfrm flipH="1">
            <a:off x="0" y="1690560"/>
            <a:ext cx="6345360" cy="360"/>
          </a:xfrm>
          <a:prstGeom prst="straightConnector1">
            <a:avLst/>
          </a:prstGeom>
          <a:ln w="9525">
            <a:solidFill>
              <a:srgbClr val="000000"/>
            </a:solidFill>
            <a:round/>
          </a:ln>
        </p:spPr>
      </p:cxnSp>
      <p:cxnSp>
        <p:nvCxnSpPr>
          <p:cNvPr id="125" name="Google Shape;221;p31"/>
          <p:cNvCxnSpPr/>
          <p:nvPr/>
        </p:nvCxnSpPr>
        <p:spPr>
          <a:xfrm>
            <a:off x="6345000" y="-18360"/>
            <a:ext cx="360" cy="5224320"/>
          </a:xfrm>
          <a:prstGeom prst="straightConnector1">
            <a:avLst/>
          </a:prstGeom>
          <a:ln w="9525">
            <a:solidFill>
              <a:srgbClr val="000000"/>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oogle Shape;236;p33"/>
          <p:cNvGrpSpPr/>
          <p:nvPr/>
        </p:nvGrpSpPr>
        <p:grpSpPr>
          <a:xfrm>
            <a:off x="-43560" y="-18360"/>
            <a:ext cx="8695080" cy="5223960"/>
            <a:chOff x="-43560" y="-18360"/>
            <a:chExt cx="8695080" cy="5223960"/>
          </a:xfrm>
        </p:grpSpPr>
        <p:cxnSp>
          <p:nvCxnSpPr>
            <p:cNvPr id="127" name="Google Shape;237;p33"/>
            <p:cNvCxnSpPr/>
            <p:nvPr/>
          </p:nvCxnSpPr>
          <p:spPr>
            <a:xfrm>
              <a:off x="8646120" y="-18360"/>
              <a:ext cx="360" cy="5224320"/>
            </a:xfrm>
            <a:prstGeom prst="straightConnector1">
              <a:avLst/>
            </a:prstGeom>
            <a:ln w="9525">
              <a:solidFill>
                <a:srgbClr val="000000"/>
              </a:solidFill>
              <a:round/>
            </a:ln>
          </p:spPr>
        </p:cxnSp>
        <p:cxnSp>
          <p:nvCxnSpPr>
            <p:cNvPr id="128" name="Google Shape;238;p33"/>
            <p:cNvCxnSpPr/>
            <p:nvPr/>
          </p:nvCxnSpPr>
          <p:spPr>
            <a:xfrm flipH="1">
              <a:off x="-43560" y="2094120"/>
              <a:ext cx="8695440" cy="360"/>
            </a:xfrm>
            <a:prstGeom prst="straightConnector1">
              <a:avLst/>
            </a:prstGeom>
            <a:ln w="9525">
              <a:solidFill>
                <a:srgbClr val="000000"/>
              </a:solidFill>
              <a:round/>
            </a:ln>
          </p:spPr>
        </p:cxnSp>
      </p:grpSp>
      <p:sp>
        <p:nvSpPr>
          <p:cNvPr id="129" name="PlaceHolder 1"/>
          <p:cNvSpPr>
            <a:spLocks noGrp="1"/>
          </p:cNvSpPr>
          <p:nvPr>
            <p:ph type="title"/>
          </p:nvPr>
        </p:nvSpPr>
        <p:spPr>
          <a:xfrm>
            <a:off x="419040" y="476280"/>
            <a:ext cx="7486200" cy="1209240"/>
          </a:xfrm>
          <a:prstGeom prst="rect">
            <a:avLst/>
          </a:prstGeom>
          <a:noFill/>
          <a:ln w="0">
            <a:noFill/>
          </a:ln>
        </p:spPr>
        <p:txBody>
          <a:bodyPr lIns="91440" tIns="91440" rIns="91440" bIns="91440" anchor="t">
            <a:normAutofit/>
          </a:bodyPr>
          <a:p>
            <a:pPr indent="0">
              <a:lnSpc>
                <a:spcPct val="80000"/>
              </a:lnSpc>
              <a:buNone/>
              <a:tabLst>
                <a:tab pos="0" algn="l"/>
              </a:tabLst>
            </a:pPr>
            <a:r>
              <a:rPr lang="en-US" sz="4000" b="0" u="none" strike="noStrike">
                <a:solidFill>
                  <a:schemeClr val="dk1"/>
                </a:solidFill>
                <a:effectLst/>
                <a:uFillTx/>
                <a:latin typeface="Zalando Sans Expanded ExtraLight"/>
                <a:ea typeface="Zalando Sans Expanded ExtraLight"/>
              </a:rPr>
              <a:t>Conclusions</a:t>
            </a:r>
            <a:endParaRPr lang="fr-FR" sz="4000" b="0" u="none" strike="noStrike">
              <a:solidFill>
                <a:schemeClr val="dk1"/>
              </a:solidFill>
              <a:effectLst/>
              <a:uFillTx/>
              <a:latin typeface="Arial" panose="020B0604020202020204"/>
            </a:endParaRPr>
          </a:p>
        </p:txBody>
      </p:sp>
      <p:sp>
        <p:nvSpPr>
          <p:cNvPr id="130" name="PlaceHolder 2"/>
          <p:cNvSpPr>
            <a:spLocks noGrp="1"/>
          </p:cNvSpPr>
          <p:nvPr>
            <p:ph type="subTitle"/>
          </p:nvPr>
        </p:nvSpPr>
        <p:spPr>
          <a:xfrm>
            <a:off x="2905200" y="2400480"/>
            <a:ext cx="5562360" cy="2295000"/>
          </a:xfrm>
          <a:prstGeom prst="rect">
            <a:avLst/>
          </a:prstGeom>
          <a:noFill/>
          <a:ln w="0">
            <a:noFill/>
          </a:ln>
        </p:spPr>
        <p:txBody>
          <a:bodyPr lIns="91440" tIns="91440" rIns="91440" bIns="91440" anchor="t">
            <a:normAutofit/>
          </a:bodyPr>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This machine learning pipeline effectively addresses the challenge of exact shade matching and visual product search with an overall 80 to 85%</a:t>
            </a:r>
            <a:r>
              <a:rPr lang="en-US" sz="1200" b="1" u="none" strike="noStrike">
                <a:solidFill>
                  <a:schemeClr val="dk1"/>
                </a:solidFill>
                <a:effectLst/>
                <a:uFillTx/>
                <a:latin typeface="Arial" panose="020B0604020202020204"/>
                <a:ea typeface="Arial" panose="020B0604020202020204"/>
              </a:rPr>
              <a:t> accuracy</a:t>
            </a:r>
            <a:r>
              <a:rPr lang="en-US" sz="1200" b="0" u="none" strike="noStrike">
                <a:solidFill>
                  <a:schemeClr val="dk1"/>
                </a:solidFill>
                <a:effectLst/>
                <a:uFillTx/>
                <a:latin typeface="Arial" panose="020B0604020202020204"/>
                <a:ea typeface="Arial" panose="020B0604020202020204"/>
              </a:rPr>
              <a:t>. It delivers recommendations in milliseconds, dramatically reducing cart abandonment by meeting specific customer preferences. </a:t>
            </a:r>
            <a:endParaRPr lang="en-US" sz="1200" b="0" u="none" strike="noStrike">
              <a:solidFill>
                <a:schemeClr val="dk1"/>
              </a:solidFill>
              <a:effectLst/>
              <a:uFillTx/>
              <a:latin typeface="Arial" panose="020B0604020202020204"/>
              <a:ea typeface="Arial" panose="020B0604020202020204"/>
            </a:endParaRPr>
          </a:p>
          <a:p>
            <a:pPr indent="0">
              <a:lnSpc>
                <a:spcPct val="150000"/>
              </a:lnSpc>
              <a:buNone/>
              <a:tabLst>
                <a:tab pos="0" algn="l"/>
              </a:tabLst>
            </a:pPr>
            <a:r>
              <a:rPr lang="en-US" sz="1200" b="0" u="none" strike="noStrike">
                <a:solidFill>
                  <a:schemeClr val="dk1"/>
                </a:solidFill>
                <a:effectLst/>
                <a:uFillTx/>
                <a:latin typeface="Arial" panose="020B0604020202020204"/>
                <a:ea typeface="Arial" panose="020B0604020202020204"/>
              </a:rPr>
              <a:t>Future enhancements will target increased dataset diversity and faster inference speeds.</a:t>
            </a:r>
            <a:endParaRPr lang="en-US" sz="1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Senior Defense by Slidesgo">
  <a:themeElements>
    <a:clrScheme name="Simple Light">
      <a:dk1>
        <a:srgbClr val="000000"/>
      </a:dk1>
      <a:lt1>
        <a:srgbClr val="FFFFFF"/>
      </a:lt1>
      <a:dk2>
        <a:srgbClr val="000000"/>
      </a:dk2>
      <a:lt2>
        <a:srgbClr val="000000"/>
      </a:lt2>
      <a:accent1>
        <a:srgbClr val="FFFFFF"/>
      </a:accent1>
      <a:accent2>
        <a:srgbClr val="D9D5BA"/>
      </a:accent2>
      <a:accent3>
        <a:srgbClr val="4F5B4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enior Defense by Slidesgo">
  <a:themeElements>
    <a:clrScheme name="Simple Light">
      <a:dk1>
        <a:srgbClr val="000000"/>
      </a:dk1>
      <a:lt1>
        <a:srgbClr val="FFFFFF"/>
      </a:lt1>
      <a:dk2>
        <a:srgbClr val="000000"/>
      </a:dk2>
      <a:lt2>
        <a:srgbClr val="000000"/>
      </a:lt2>
      <a:accent1>
        <a:srgbClr val="FFFFFF"/>
      </a:accent1>
      <a:accent2>
        <a:srgbClr val="D9D5BA"/>
      </a:accent2>
      <a:accent3>
        <a:srgbClr val="4F5B4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4575</Words>
  <Application>WPS Presentation</Application>
  <PresentationFormat/>
  <Paragraphs>69</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14</vt:i4>
      </vt:variant>
    </vt:vector>
  </HeadingPairs>
  <TitlesOfParts>
    <vt:vector size="29" baseType="lpstr">
      <vt:lpstr>Arial</vt:lpstr>
      <vt:lpstr>SimSun</vt:lpstr>
      <vt:lpstr>Wingdings</vt:lpstr>
      <vt:lpstr>OpenSymbol</vt:lpstr>
      <vt:lpstr>Arial</vt:lpstr>
      <vt:lpstr>Symbol</vt:lpstr>
      <vt:lpstr>Zalando Sans Expanded ExtraLight</vt:lpstr>
      <vt:lpstr>Segoe Print</vt:lpstr>
      <vt:lpstr>Zalando Sans Expanded Medium</vt:lpstr>
      <vt:lpstr>Microsoft YaHei</vt:lpstr>
      <vt:lpstr>Arial Unicode MS</vt:lpstr>
      <vt:lpstr>Calibri</vt:lpstr>
      <vt:lpstr>Senior Defense by Slidesgo</vt:lpstr>
      <vt:lpstr>Slidesgo Final Pages</vt:lpstr>
      <vt:lpstr>1_Senior Defense by Slidesgo</vt:lpstr>
      <vt:lpstr>Fashion AI</vt:lpstr>
      <vt:lpstr>Introduction</vt:lpstr>
      <vt:lpstr>01</vt:lpstr>
      <vt:lpstr>Importance of exact shade matching</vt:lpstr>
      <vt:lpstr>Impact on cart abandonment</vt:lpstr>
      <vt:lpstr>Visual search demo overview</vt:lpstr>
      <vt:lpstr>02</vt:lpstr>
      <vt:lpstr>Dataset composition and cleanup</vt:lpstr>
      <vt:lpstr>Pipeline architecture overview</vt:lpstr>
      <vt:lpstr>Model components and data flow</vt:lpstr>
      <vt:lpstr>Why ResNet50 for Shade &amp; Type Detection?</vt:lpstr>
      <vt:lpstr>Feature Embeddings</vt:lpstr>
      <vt:lpstr>Parsing Queries with NLP – From Words to Search</vt:lpstr>
      <vt:lpstr>Conclusions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AI</dc:title>
  <dc:creator/>
  <cp:lastModifiedBy>Adarsh srinivasan</cp:lastModifiedBy>
  <cp:revision>2</cp:revision>
  <dcterms:created xsi:type="dcterms:W3CDTF">2025-11-06T19:03:00Z</dcterms:created>
  <dcterms:modified xsi:type="dcterms:W3CDTF">2025-11-06T19:04:42Z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ICV">
    <vt:lpwstr>30C48D9BF3BC442996793DEFB52CBB12_12</vt:lpwstr>
  </property>
  <property fmtid="{D5CDD505-2E9C-101B-9397-08002B2CF9AE}" pid="4" name="KSOProductBuildVer">
    <vt:lpwstr>1033-12.2.0.23155</vt:lpwstr>
  </property>
</Properties>
</file>